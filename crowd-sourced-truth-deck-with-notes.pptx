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74" r:id="rId3"/>
    <p:sldId id="257" r:id="rId4"/>
    <p:sldId id="258" r:id="rId5"/>
    <p:sldId id="277" r:id="rId6"/>
    <p:sldId id="278" r:id="rId7"/>
    <p:sldId id="260" r:id="rId8"/>
    <p:sldId id="280" r:id="rId9"/>
    <p:sldId id="279" r:id="rId10"/>
    <p:sldId id="259" r:id="rId11"/>
    <p:sldId id="281" r:id="rId12"/>
    <p:sldId id="265" r:id="rId13"/>
    <p:sldId id="266" r:id="rId14"/>
    <p:sldId id="267" r:id="rId15"/>
    <p:sldId id="268" r:id="rId16"/>
    <p:sldId id="269" r:id="rId17"/>
    <p:sldId id="261" r:id="rId18"/>
    <p:sldId id="272" r:id="rId19"/>
    <p:sldId id="273" r:id="rId20"/>
    <p:sldId id="276" r:id="rId21"/>
    <p:sldId id="275" r:id="rId2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AAFA9"/>
    <a:srgbClr val="12121A"/>
    <a:srgbClr val="D4A84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D753948-FC07-41C6-BC2D-87D4DB32FB39}" v="101" dt="2026-05-11T18:03:26.24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79047"/>
  </p:normalViewPr>
  <p:slideViewPr>
    <p:cSldViewPr snapToGrid="0" snapToObjects="1">
      <p:cViewPr varScale="1">
        <p:scale>
          <a:sx n="145" d="100"/>
          <a:sy n="145" d="100"/>
        </p:scale>
        <p:origin x="114" y="4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hn Hogue" userId="36b83df3-da7f-4749-bcb9-6943116e8a49" providerId="ADAL" clId="{75AE03AA-7436-5726-9449-89244779A732}"/>
    <pc:docChg chg="undo custSel modSld">
      <pc:chgData name="John Hogue" userId="36b83df3-da7f-4749-bcb9-6943116e8a49" providerId="ADAL" clId="{75AE03AA-7436-5726-9449-89244779A732}" dt="2026-04-28T00:19:44.218" v="344" actId="108"/>
      <pc:docMkLst>
        <pc:docMk/>
      </pc:docMkLst>
      <pc:sldChg chg="modSp mod">
        <pc:chgData name="John Hogue" userId="36b83df3-da7f-4749-bcb9-6943116e8a49" providerId="ADAL" clId="{75AE03AA-7436-5726-9449-89244779A732}" dt="2026-04-27T23:24:39.813" v="35" actId="14100"/>
        <pc:sldMkLst>
          <pc:docMk/>
          <pc:sldMk cId="0" sldId="256"/>
        </pc:sldMkLst>
        <pc:spChg chg="mod">
          <ac:chgData name="John Hogue" userId="36b83df3-da7f-4749-bcb9-6943116e8a49" providerId="ADAL" clId="{75AE03AA-7436-5726-9449-89244779A732}" dt="2026-04-27T23:24:39.813" v="35" actId="14100"/>
          <ac:spMkLst>
            <pc:docMk/>
            <pc:sldMk cId="0" sldId="256"/>
            <ac:spMk id="6" creationId="{00000000-0000-0000-0000-000000000000}"/>
          </ac:spMkLst>
        </pc:spChg>
      </pc:sldChg>
      <pc:sldChg chg="modSp mod">
        <pc:chgData name="John Hogue" userId="36b83df3-da7f-4749-bcb9-6943116e8a49" providerId="ADAL" clId="{75AE03AA-7436-5726-9449-89244779A732}" dt="2026-04-27T23:43:26.455" v="248" actId="403"/>
        <pc:sldMkLst>
          <pc:docMk/>
          <pc:sldMk cId="0" sldId="257"/>
        </pc:sldMkLst>
        <pc:spChg chg="mod">
          <ac:chgData name="John Hogue" userId="36b83df3-da7f-4749-bcb9-6943116e8a49" providerId="ADAL" clId="{75AE03AA-7436-5726-9449-89244779A732}" dt="2026-04-27T23:42:44.953" v="234" actId="403"/>
          <ac:spMkLst>
            <pc:docMk/>
            <pc:sldMk cId="0" sldId="257"/>
            <ac:spMk id="8" creationId="{00000000-0000-0000-0000-000000000000}"/>
          </ac:spMkLst>
        </pc:spChg>
        <pc:spChg chg="mod">
          <ac:chgData name="John Hogue" userId="36b83df3-da7f-4749-bcb9-6943116e8a49" providerId="ADAL" clId="{75AE03AA-7436-5726-9449-89244779A732}" dt="2026-04-27T23:43:26.455" v="248" actId="403"/>
          <ac:spMkLst>
            <pc:docMk/>
            <pc:sldMk cId="0" sldId="257"/>
            <ac:spMk id="9" creationId="{00000000-0000-0000-0000-000000000000}"/>
          </ac:spMkLst>
        </pc:spChg>
        <pc:spChg chg="mod">
          <ac:chgData name="John Hogue" userId="36b83df3-da7f-4749-bcb9-6943116e8a49" providerId="ADAL" clId="{75AE03AA-7436-5726-9449-89244779A732}" dt="2026-04-27T23:42:48.103" v="236" actId="403"/>
          <ac:spMkLst>
            <pc:docMk/>
            <pc:sldMk cId="0" sldId="257"/>
            <ac:spMk id="12" creationId="{00000000-0000-0000-0000-000000000000}"/>
          </ac:spMkLst>
        </pc:spChg>
        <pc:spChg chg="mod">
          <ac:chgData name="John Hogue" userId="36b83df3-da7f-4749-bcb9-6943116e8a49" providerId="ADAL" clId="{75AE03AA-7436-5726-9449-89244779A732}" dt="2026-04-27T23:43:26.455" v="248" actId="403"/>
          <ac:spMkLst>
            <pc:docMk/>
            <pc:sldMk cId="0" sldId="257"/>
            <ac:spMk id="13" creationId="{00000000-0000-0000-0000-000000000000}"/>
          </ac:spMkLst>
        </pc:spChg>
        <pc:spChg chg="mod">
          <ac:chgData name="John Hogue" userId="36b83df3-da7f-4749-bcb9-6943116e8a49" providerId="ADAL" clId="{75AE03AA-7436-5726-9449-89244779A732}" dt="2026-04-27T23:42:52.168" v="239" actId="403"/>
          <ac:spMkLst>
            <pc:docMk/>
            <pc:sldMk cId="0" sldId="257"/>
            <ac:spMk id="16" creationId="{00000000-0000-0000-0000-000000000000}"/>
          </ac:spMkLst>
        </pc:spChg>
        <pc:spChg chg="mod">
          <ac:chgData name="John Hogue" userId="36b83df3-da7f-4749-bcb9-6943116e8a49" providerId="ADAL" clId="{75AE03AA-7436-5726-9449-89244779A732}" dt="2026-04-27T23:43:26.455" v="248" actId="403"/>
          <ac:spMkLst>
            <pc:docMk/>
            <pc:sldMk cId="0" sldId="257"/>
            <ac:spMk id="17" creationId="{00000000-0000-0000-0000-000000000000}"/>
          </ac:spMkLst>
        </pc:spChg>
        <pc:spChg chg="mod">
          <ac:chgData name="John Hogue" userId="36b83df3-da7f-4749-bcb9-6943116e8a49" providerId="ADAL" clId="{75AE03AA-7436-5726-9449-89244779A732}" dt="2026-04-27T23:42:55.786" v="241" actId="403"/>
          <ac:spMkLst>
            <pc:docMk/>
            <pc:sldMk cId="0" sldId="257"/>
            <ac:spMk id="20" creationId="{00000000-0000-0000-0000-000000000000}"/>
          </ac:spMkLst>
        </pc:spChg>
        <pc:spChg chg="mod">
          <ac:chgData name="John Hogue" userId="36b83df3-da7f-4749-bcb9-6943116e8a49" providerId="ADAL" clId="{75AE03AA-7436-5726-9449-89244779A732}" dt="2026-04-27T23:43:26.455" v="248" actId="403"/>
          <ac:spMkLst>
            <pc:docMk/>
            <pc:sldMk cId="0" sldId="257"/>
            <ac:spMk id="21" creationId="{00000000-0000-0000-0000-000000000000}"/>
          </ac:spMkLst>
        </pc:spChg>
      </pc:sldChg>
      <pc:sldChg chg="modSp mod">
        <pc:chgData name="John Hogue" userId="36b83df3-da7f-4749-bcb9-6943116e8a49" providerId="ADAL" clId="{75AE03AA-7436-5726-9449-89244779A732}" dt="2026-04-28T00:19:44.218" v="344" actId="108"/>
        <pc:sldMkLst>
          <pc:docMk/>
          <pc:sldMk cId="0" sldId="260"/>
        </pc:sldMkLst>
        <pc:spChg chg="mod">
          <ac:chgData name="John Hogue" userId="36b83df3-da7f-4749-bcb9-6943116e8a49" providerId="ADAL" clId="{75AE03AA-7436-5726-9449-89244779A732}" dt="2026-04-27T23:40:52.240" v="226" actId="113"/>
          <ac:spMkLst>
            <pc:docMk/>
            <pc:sldMk cId="0" sldId="260"/>
            <ac:spMk id="6" creationId="{00000000-0000-0000-0000-000000000000}"/>
          </ac:spMkLst>
        </pc:spChg>
        <pc:spChg chg="mod">
          <ac:chgData name="John Hogue" userId="36b83df3-da7f-4749-bcb9-6943116e8a49" providerId="ADAL" clId="{75AE03AA-7436-5726-9449-89244779A732}" dt="2026-04-28T00:18:14.363" v="338" actId="207"/>
          <ac:spMkLst>
            <pc:docMk/>
            <pc:sldMk cId="0" sldId="260"/>
            <ac:spMk id="7" creationId="{00000000-0000-0000-0000-000000000000}"/>
          </ac:spMkLst>
        </pc:spChg>
        <pc:spChg chg="mod">
          <ac:chgData name="John Hogue" userId="36b83df3-da7f-4749-bcb9-6943116e8a49" providerId="ADAL" clId="{75AE03AA-7436-5726-9449-89244779A732}" dt="2026-04-27T23:54:43.221" v="331" actId="1035"/>
          <ac:spMkLst>
            <pc:docMk/>
            <pc:sldMk cId="0" sldId="260"/>
            <ac:spMk id="8" creationId="{00000000-0000-0000-0000-000000000000}"/>
          </ac:spMkLst>
        </pc:spChg>
        <pc:spChg chg="mod">
          <ac:chgData name="John Hogue" userId="36b83df3-da7f-4749-bcb9-6943116e8a49" providerId="ADAL" clId="{75AE03AA-7436-5726-9449-89244779A732}" dt="2026-04-27T23:54:43.221" v="331" actId="1035"/>
          <ac:spMkLst>
            <pc:docMk/>
            <pc:sldMk cId="0" sldId="260"/>
            <ac:spMk id="9" creationId="{00000000-0000-0000-0000-000000000000}"/>
          </ac:spMkLst>
        </pc:spChg>
        <pc:spChg chg="mod">
          <ac:chgData name="John Hogue" userId="36b83df3-da7f-4749-bcb9-6943116e8a49" providerId="ADAL" clId="{75AE03AA-7436-5726-9449-89244779A732}" dt="2026-04-27T23:54:43.221" v="331" actId="1035"/>
          <ac:spMkLst>
            <pc:docMk/>
            <pc:sldMk cId="0" sldId="260"/>
            <ac:spMk id="10" creationId="{00000000-0000-0000-0000-000000000000}"/>
          </ac:spMkLst>
        </pc:spChg>
        <pc:spChg chg="mod">
          <ac:chgData name="John Hogue" userId="36b83df3-da7f-4749-bcb9-6943116e8a49" providerId="ADAL" clId="{75AE03AA-7436-5726-9449-89244779A732}" dt="2026-04-27T23:40:44.742" v="224" actId="404"/>
          <ac:spMkLst>
            <pc:docMk/>
            <pc:sldMk cId="0" sldId="260"/>
            <ac:spMk id="11" creationId="{00000000-0000-0000-0000-000000000000}"/>
          </ac:spMkLst>
        </pc:spChg>
        <pc:spChg chg="mod">
          <ac:chgData name="John Hogue" userId="36b83df3-da7f-4749-bcb9-6943116e8a49" providerId="ADAL" clId="{75AE03AA-7436-5726-9449-89244779A732}" dt="2026-04-27T23:54:43.221" v="331" actId="1035"/>
          <ac:spMkLst>
            <pc:docMk/>
            <pc:sldMk cId="0" sldId="260"/>
            <ac:spMk id="12" creationId="{00000000-0000-0000-0000-000000000000}"/>
          </ac:spMkLst>
        </pc:spChg>
        <pc:spChg chg="mod">
          <ac:chgData name="John Hogue" userId="36b83df3-da7f-4749-bcb9-6943116e8a49" providerId="ADAL" clId="{75AE03AA-7436-5726-9449-89244779A732}" dt="2026-04-27T23:40:44.742" v="224" actId="404"/>
          <ac:spMkLst>
            <pc:docMk/>
            <pc:sldMk cId="0" sldId="260"/>
            <ac:spMk id="13" creationId="{00000000-0000-0000-0000-000000000000}"/>
          </ac:spMkLst>
        </pc:spChg>
        <pc:spChg chg="mod">
          <ac:chgData name="John Hogue" userId="36b83df3-da7f-4749-bcb9-6943116e8a49" providerId="ADAL" clId="{75AE03AA-7436-5726-9449-89244779A732}" dt="2026-04-28T00:19:36.682" v="342" actId="108"/>
          <ac:spMkLst>
            <pc:docMk/>
            <pc:sldMk cId="0" sldId="260"/>
            <ac:spMk id="14" creationId="{00000000-0000-0000-0000-000000000000}"/>
          </ac:spMkLst>
        </pc:spChg>
        <pc:spChg chg="mod">
          <ac:chgData name="John Hogue" userId="36b83df3-da7f-4749-bcb9-6943116e8a49" providerId="ADAL" clId="{75AE03AA-7436-5726-9449-89244779A732}" dt="2026-04-28T00:18:11.763" v="337" actId="207"/>
          <ac:spMkLst>
            <pc:docMk/>
            <pc:sldMk cId="0" sldId="260"/>
            <ac:spMk id="15" creationId="{00000000-0000-0000-0000-000000000000}"/>
          </ac:spMkLst>
        </pc:spChg>
        <pc:spChg chg="mod">
          <ac:chgData name="John Hogue" userId="36b83df3-da7f-4749-bcb9-6943116e8a49" providerId="ADAL" clId="{75AE03AA-7436-5726-9449-89244779A732}" dt="2026-04-28T00:19:40.734" v="343" actId="108"/>
          <ac:spMkLst>
            <pc:docMk/>
            <pc:sldMk cId="0" sldId="260"/>
            <ac:spMk id="16" creationId="{00000000-0000-0000-0000-000000000000}"/>
          </ac:spMkLst>
        </pc:spChg>
        <pc:spChg chg="mod">
          <ac:chgData name="John Hogue" userId="36b83df3-da7f-4749-bcb9-6943116e8a49" providerId="ADAL" clId="{75AE03AA-7436-5726-9449-89244779A732}" dt="2026-04-28T00:18:09.101" v="336" actId="207"/>
          <ac:spMkLst>
            <pc:docMk/>
            <pc:sldMk cId="0" sldId="260"/>
            <ac:spMk id="17" creationId="{00000000-0000-0000-0000-000000000000}"/>
          </ac:spMkLst>
        </pc:spChg>
        <pc:spChg chg="mod">
          <ac:chgData name="John Hogue" userId="36b83df3-da7f-4749-bcb9-6943116e8a49" providerId="ADAL" clId="{75AE03AA-7436-5726-9449-89244779A732}" dt="2026-04-28T00:19:44.218" v="344" actId="108"/>
          <ac:spMkLst>
            <pc:docMk/>
            <pc:sldMk cId="0" sldId="260"/>
            <ac:spMk id="18" creationId="{00000000-0000-0000-0000-000000000000}"/>
          </ac:spMkLst>
        </pc:spChg>
        <pc:spChg chg="mod">
          <ac:chgData name="John Hogue" userId="36b83df3-da7f-4749-bcb9-6943116e8a49" providerId="ADAL" clId="{75AE03AA-7436-5726-9449-89244779A732}" dt="2026-04-28T00:18:02.801" v="335" actId="207"/>
          <ac:spMkLst>
            <pc:docMk/>
            <pc:sldMk cId="0" sldId="260"/>
            <ac:spMk id="19" creationId="{00000000-0000-0000-0000-000000000000}"/>
          </ac:spMkLst>
        </pc:spChg>
        <pc:spChg chg="mod">
          <ac:chgData name="John Hogue" userId="36b83df3-da7f-4749-bcb9-6943116e8a49" providerId="ADAL" clId="{75AE03AA-7436-5726-9449-89244779A732}" dt="2026-04-28T00:00:09.571" v="332" actId="114"/>
          <ac:spMkLst>
            <pc:docMk/>
            <pc:sldMk cId="0" sldId="260"/>
            <ac:spMk id="20" creationId="{00000000-0000-0000-0000-000000000000}"/>
          </ac:spMkLst>
        </pc:spChg>
      </pc:sldChg>
      <pc:sldChg chg="modSp mod">
        <pc:chgData name="John Hogue" userId="36b83df3-da7f-4749-bcb9-6943116e8a49" providerId="ADAL" clId="{75AE03AA-7436-5726-9449-89244779A732}" dt="2026-04-28T00:00:16.004" v="333" actId="114"/>
        <pc:sldMkLst>
          <pc:docMk/>
          <pc:sldMk cId="0" sldId="265"/>
        </pc:sldMkLst>
        <pc:spChg chg="mod">
          <ac:chgData name="John Hogue" userId="36b83df3-da7f-4749-bcb9-6943116e8a49" providerId="ADAL" clId="{75AE03AA-7436-5726-9449-89244779A732}" dt="2026-04-27T23:38:56.972" v="212" actId="403"/>
          <ac:spMkLst>
            <pc:docMk/>
            <pc:sldMk cId="0" sldId="265"/>
            <ac:spMk id="8" creationId="{00000000-0000-0000-0000-000000000000}"/>
          </ac:spMkLst>
        </pc:spChg>
        <pc:spChg chg="mod">
          <ac:chgData name="John Hogue" userId="36b83df3-da7f-4749-bcb9-6943116e8a49" providerId="ADAL" clId="{75AE03AA-7436-5726-9449-89244779A732}" dt="2026-04-28T00:00:16.004" v="333" actId="114"/>
          <ac:spMkLst>
            <pc:docMk/>
            <pc:sldMk cId="0" sldId="265"/>
            <ac:spMk id="13" creationId="{00000000-0000-0000-0000-000000000000}"/>
          </ac:spMkLst>
        </pc:spChg>
      </pc:sldChg>
      <pc:sldChg chg="addSp delSp modSp mod">
        <pc:chgData name="John Hogue" userId="36b83df3-da7f-4749-bcb9-6943116e8a49" providerId="ADAL" clId="{75AE03AA-7436-5726-9449-89244779A732}" dt="2026-04-27T23:38:28.807" v="210" actId="403"/>
        <pc:sldMkLst>
          <pc:docMk/>
          <pc:sldMk cId="0" sldId="266"/>
        </pc:sldMkLst>
        <pc:spChg chg="mod">
          <ac:chgData name="John Hogue" userId="36b83df3-da7f-4749-bcb9-6943116e8a49" providerId="ADAL" clId="{75AE03AA-7436-5726-9449-89244779A732}" dt="2026-04-27T23:37:22.822" v="201" actId="403"/>
          <ac:spMkLst>
            <pc:docMk/>
            <pc:sldMk cId="0" sldId="266"/>
            <ac:spMk id="7" creationId="{00000000-0000-0000-0000-000000000000}"/>
          </ac:spMkLst>
        </pc:spChg>
        <pc:spChg chg="mod">
          <ac:chgData name="John Hogue" userId="36b83df3-da7f-4749-bcb9-6943116e8a49" providerId="ADAL" clId="{75AE03AA-7436-5726-9449-89244779A732}" dt="2026-04-27T23:38:28.807" v="210" actId="403"/>
          <ac:spMkLst>
            <pc:docMk/>
            <pc:sldMk cId="0" sldId="266"/>
            <ac:spMk id="9" creationId="{00000000-0000-0000-0000-000000000000}"/>
          </ac:spMkLst>
        </pc:spChg>
        <pc:spChg chg="mod">
          <ac:chgData name="John Hogue" userId="36b83df3-da7f-4749-bcb9-6943116e8a49" providerId="ADAL" clId="{75AE03AA-7436-5726-9449-89244779A732}" dt="2026-04-27T23:38:28.807" v="210" actId="403"/>
          <ac:spMkLst>
            <pc:docMk/>
            <pc:sldMk cId="0" sldId="266"/>
            <ac:spMk id="11" creationId="{00000000-0000-0000-0000-000000000000}"/>
          </ac:spMkLst>
        </pc:spChg>
        <pc:spChg chg="mod">
          <ac:chgData name="John Hogue" userId="36b83df3-da7f-4749-bcb9-6943116e8a49" providerId="ADAL" clId="{75AE03AA-7436-5726-9449-89244779A732}" dt="2026-04-27T23:38:28.807" v="210" actId="403"/>
          <ac:spMkLst>
            <pc:docMk/>
            <pc:sldMk cId="0" sldId="266"/>
            <ac:spMk id="13" creationId="{00000000-0000-0000-0000-000000000000}"/>
          </ac:spMkLst>
        </pc:spChg>
        <pc:spChg chg="mod">
          <ac:chgData name="John Hogue" userId="36b83df3-da7f-4749-bcb9-6943116e8a49" providerId="ADAL" clId="{75AE03AA-7436-5726-9449-89244779A732}" dt="2026-04-27T23:38:28.807" v="210" actId="403"/>
          <ac:spMkLst>
            <pc:docMk/>
            <pc:sldMk cId="0" sldId="266"/>
            <ac:spMk id="15" creationId="{00000000-0000-0000-0000-000000000000}"/>
          </ac:spMkLst>
        </pc:spChg>
        <pc:spChg chg="add mod">
          <ac:chgData name="John Hogue" userId="36b83df3-da7f-4749-bcb9-6943116e8a49" providerId="ADAL" clId="{75AE03AA-7436-5726-9449-89244779A732}" dt="2026-04-27T23:37:45.256" v="204" actId="167"/>
          <ac:spMkLst>
            <pc:docMk/>
            <pc:sldMk cId="0" sldId="266"/>
            <ac:spMk id="17" creationId="{CEFE8534-1B30-FECA-5DA8-009AD0863935}"/>
          </ac:spMkLst>
        </pc:spChg>
        <pc:spChg chg="add mod">
          <ac:chgData name="John Hogue" userId="36b83df3-da7f-4749-bcb9-6943116e8a49" providerId="ADAL" clId="{75AE03AA-7436-5726-9449-89244779A732}" dt="2026-04-27T23:38:04.074" v="209" actId="167"/>
          <ac:spMkLst>
            <pc:docMk/>
            <pc:sldMk cId="0" sldId="266"/>
            <ac:spMk id="18" creationId="{4B354433-78C6-6578-0D79-24C34E12E48C}"/>
          </ac:spMkLst>
        </pc:spChg>
      </pc:sldChg>
      <pc:sldChg chg="modSp mod">
        <pc:chgData name="John Hogue" userId="36b83df3-da7f-4749-bcb9-6943116e8a49" providerId="ADAL" clId="{75AE03AA-7436-5726-9449-89244779A732}" dt="2026-04-27T23:37:06.390" v="199" actId="403"/>
        <pc:sldMkLst>
          <pc:docMk/>
          <pc:sldMk cId="0" sldId="267"/>
        </pc:sldMkLst>
        <pc:spChg chg="mod">
          <ac:chgData name="John Hogue" userId="36b83df3-da7f-4749-bcb9-6943116e8a49" providerId="ADAL" clId="{75AE03AA-7436-5726-9449-89244779A732}" dt="2026-04-27T23:30:02.259" v="98" actId="403"/>
          <ac:spMkLst>
            <pc:docMk/>
            <pc:sldMk cId="0" sldId="267"/>
            <ac:spMk id="7" creationId="{00000000-0000-0000-0000-000000000000}"/>
          </ac:spMkLst>
        </pc:spChg>
        <pc:spChg chg="mod">
          <ac:chgData name="John Hogue" userId="36b83df3-da7f-4749-bcb9-6943116e8a49" providerId="ADAL" clId="{75AE03AA-7436-5726-9449-89244779A732}" dt="2026-04-27T23:37:06.390" v="199" actId="403"/>
          <ac:spMkLst>
            <pc:docMk/>
            <pc:sldMk cId="0" sldId="267"/>
            <ac:spMk id="8" creationId="{00000000-0000-0000-0000-000000000000}"/>
          </ac:spMkLst>
        </pc:spChg>
        <pc:spChg chg="mod">
          <ac:chgData name="John Hogue" userId="36b83df3-da7f-4749-bcb9-6943116e8a49" providerId="ADAL" clId="{75AE03AA-7436-5726-9449-89244779A732}" dt="2026-04-27T23:30:05.873" v="100" actId="403"/>
          <ac:spMkLst>
            <pc:docMk/>
            <pc:sldMk cId="0" sldId="267"/>
            <ac:spMk id="10" creationId="{00000000-0000-0000-0000-000000000000}"/>
          </ac:spMkLst>
        </pc:spChg>
        <pc:spChg chg="mod">
          <ac:chgData name="John Hogue" userId="36b83df3-da7f-4749-bcb9-6943116e8a49" providerId="ADAL" clId="{75AE03AA-7436-5726-9449-89244779A732}" dt="2026-04-27T23:37:06.390" v="199" actId="403"/>
          <ac:spMkLst>
            <pc:docMk/>
            <pc:sldMk cId="0" sldId="267"/>
            <ac:spMk id="11" creationId="{00000000-0000-0000-0000-000000000000}"/>
          </ac:spMkLst>
        </pc:spChg>
        <pc:spChg chg="mod">
          <ac:chgData name="John Hogue" userId="36b83df3-da7f-4749-bcb9-6943116e8a49" providerId="ADAL" clId="{75AE03AA-7436-5726-9449-89244779A732}" dt="2026-04-27T23:30:09.606" v="102" actId="403"/>
          <ac:spMkLst>
            <pc:docMk/>
            <pc:sldMk cId="0" sldId="267"/>
            <ac:spMk id="13" creationId="{00000000-0000-0000-0000-000000000000}"/>
          </ac:spMkLst>
        </pc:spChg>
        <pc:spChg chg="mod">
          <ac:chgData name="John Hogue" userId="36b83df3-da7f-4749-bcb9-6943116e8a49" providerId="ADAL" clId="{75AE03AA-7436-5726-9449-89244779A732}" dt="2026-04-27T23:37:06.390" v="199" actId="403"/>
          <ac:spMkLst>
            <pc:docMk/>
            <pc:sldMk cId="0" sldId="267"/>
            <ac:spMk id="14" creationId="{00000000-0000-0000-0000-000000000000}"/>
          </ac:spMkLst>
        </pc:spChg>
        <pc:spChg chg="mod">
          <ac:chgData name="John Hogue" userId="36b83df3-da7f-4749-bcb9-6943116e8a49" providerId="ADAL" clId="{75AE03AA-7436-5726-9449-89244779A732}" dt="2026-04-27T23:30:12.906" v="104" actId="403"/>
          <ac:spMkLst>
            <pc:docMk/>
            <pc:sldMk cId="0" sldId="267"/>
            <ac:spMk id="16" creationId="{00000000-0000-0000-0000-000000000000}"/>
          </ac:spMkLst>
        </pc:spChg>
        <pc:spChg chg="mod">
          <ac:chgData name="John Hogue" userId="36b83df3-da7f-4749-bcb9-6943116e8a49" providerId="ADAL" clId="{75AE03AA-7436-5726-9449-89244779A732}" dt="2026-04-27T23:37:06.390" v="199" actId="403"/>
          <ac:spMkLst>
            <pc:docMk/>
            <pc:sldMk cId="0" sldId="267"/>
            <ac:spMk id="17" creationId="{00000000-0000-0000-0000-000000000000}"/>
          </ac:spMkLst>
        </pc:spChg>
        <pc:spChg chg="mod">
          <ac:chgData name="John Hogue" userId="36b83df3-da7f-4749-bcb9-6943116e8a49" providerId="ADAL" clId="{75AE03AA-7436-5726-9449-89244779A732}" dt="2026-04-27T23:30:18.492" v="106" actId="403"/>
          <ac:spMkLst>
            <pc:docMk/>
            <pc:sldMk cId="0" sldId="267"/>
            <ac:spMk id="19" creationId="{00000000-0000-0000-0000-000000000000}"/>
          </ac:spMkLst>
        </pc:spChg>
        <pc:spChg chg="mod">
          <ac:chgData name="John Hogue" userId="36b83df3-da7f-4749-bcb9-6943116e8a49" providerId="ADAL" clId="{75AE03AA-7436-5726-9449-89244779A732}" dt="2026-04-27T23:37:06.390" v="199" actId="403"/>
          <ac:spMkLst>
            <pc:docMk/>
            <pc:sldMk cId="0" sldId="267"/>
            <ac:spMk id="20" creationId="{00000000-0000-0000-0000-000000000000}"/>
          </ac:spMkLst>
        </pc:spChg>
        <pc:spChg chg="mod">
          <ac:chgData name="John Hogue" userId="36b83df3-da7f-4749-bcb9-6943116e8a49" providerId="ADAL" clId="{75AE03AA-7436-5726-9449-89244779A732}" dt="2026-04-27T23:30:22.623" v="108" actId="403"/>
          <ac:spMkLst>
            <pc:docMk/>
            <pc:sldMk cId="0" sldId="267"/>
            <ac:spMk id="22" creationId="{00000000-0000-0000-0000-000000000000}"/>
          </ac:spMkLst>
        </pc:spChg>
        <pc:spChg chg="mod">
          <ac:chgData name="John Hogue" userId="36b83df3-da7f-4749-bcb9-6943116e8a49" providerId="ADAL" clId="{75AE03AA-7436-5726-9449-89244779A732}" dt="2026-04-27T23:37:06.390" v="199" actId="403"/>
          <ac:spMkLst>
            <pc:docMk/>
            <pc:sldMk cId="0" sldId="267"/>
            <ac:spMk id="23" creationId="{00000000-0000-0000-0000-000000000000}"/>
          </ac:spMkLst>
        </pc:spChg>
      </pc:sldChg>
      <pc:sldChg chg="modSp mod">
        <pc:chgData name="John Hogue" userId="36b83df3-da7f-4749-bcb9-6943116e8a49" providerId="ADAL" clId="{75AE03AA-7436-5726-9449-89244779A732}" dt="2026-04-28T00:18:33.853" v="340" actId="207"/>
        <pc:sldMkLst>
          <pc:docMk/>
          <pc:sldMk cId="0" sldId="268"/>
        </pc:sldMkLst>
        <pc:spChg chg="mod">
          <ac:chgData name="John Hogue" userId="36b83df3-da7f-4749-bcb9-6943116e8a49" providerId="ADAL" clId="{75AE03AA-7436-5726-9449-89244779A732}" dt="2026-04-28T00:18:33.853" v="340" actId="207"/>
          <ac:spMkLst>
            <pc:docMk/>
            <pc:sldMk cId="0" sldId="268"/>
            <ac:spMk id="8" creationId="{00000000-0000-0000-0000-000000000000}"/>
          </ac:spMkLst>
        </pc:spChg>
        <pc:spChg chg="mod">
          <ac:chgData name="John Hogue" userId="36b83df3-da7f-4749-bcb9-6943116e8a49" providerId="ADAL" clId="{75AE03AA-7436-5726-9449-89244779A732}" dt="2026-04-28T00:18:25.396" v="339" actId="207"/>
          <ac:spMkLst>
            <pc:docMk/>
            <pc:sldMk cId="0" sldId="268"/>
            <ac:spMk id="9" creationId="{00000000-0000-0000-0000-000000000000}"/>
          </ac:spMkLst>
        </pc:spChg>
        <pc:spChg chg="mod">
          <ac:chgData name="John Hogue" userId="36b83df3-da7f-4749-bcb9-6943116e8a49" providerId="ADAL" clId="{75AE03AA-7436-5726-9449-89244779A732}" dt="2026-04-27T23:36:51.207" v="197" actId="403"/>
          <ac:spMkLst>
            <pc:docMk/>
            <pc:sldMk cId="0" sldId="268"/>
            <ac:spMk id="10" creationId="{00000000-0000-0000-0000-000000000000}"/>
          </ac:spMkLst>
        </pc:spChg>
        <pc:spChg chg="mod">
          <ac:chgData name="John Hogue" userId="36b83df3-da7f-4749-bcb9-6943116e8a49" providerId="ADAL" clId="{75AE03AA-7436-5726-9449-89244779A732}" dt="2026-04-27T23:31:01.669" v="116"/>
          <ac:spMkLst>
            <pc:docMk/>
            <pc:sldMk cId="0" sldId="268"/>
            <ac:spMk id="13" creationId="{00000000-0000-0000-0000-000000000000}"/>
          </ac:spMkLst>
        </pc:spChg>
        <pc:spChg chg="mod">
          <ac:chgData name="John Hogue" userId="36b83df3-da7f-4749-bcb9-6943116e8a49" providerId="ADAL" clId="{75AE03AA-7436-5726-9449-89244779A732}" dt="2026-04-27T23:36:51.207" v="197" actId="403"/>
          <ac:spMkLst>
            <pc:docMk/>
            <pc:sldMk cId="0" sldId="268"/>
            <ac:spMk id="14" creationId="{00000000-0000-0000-0000-000000000000}"/>
          </ac:spMkLst>
        </pc:spChg>
        <pc:spChg chg="mod">
          <ac:chgData name="John Hogue" userId="36b83df3-da7f-4749-bcb9-6943116e8a49" providerId="ADAL" clId="{75AE03AA-7436-5726-9449-89244779A732}" dt="2026-04-27T23:31:05.571" v="117"/>
          <ac:spMkLst>
            <pc:docMk/>
            <pc:sldMk cId="0" sldId="268"/>
            <ac:spMk id="17" creationId="{00000000-0000-0000-0000-000000000000}"/>
          </ac:spMkLst>
        </pc:spChg>
        <pc:spChg chg="mod">
          <ac:chgData name="John Hogue" userId="36b83df3-da7f-4749-bcb9-6943116e8a49" providerId="ADAL" clId="{75AE03AA-7436-5726-9449-89244779A732}" dt="2026-04-27T23:36:51.207" v="197" actId="403"/>
          <ac:spMkLst>
            <pc:docMk/>
            <pc:sldMk cId="0" sldId="268"/>
            <ac:spMk id="18" creationId="{00000000-0000-0000-0000-000000000000}"/>
          </ac:spMkLst>
        </pc:spChg>
      </pc:sldChg>
      <pc:sldChg chg="modSp mod">
        <pc:chgData name="John Hogue" userId="36b83df3-da7f-4749-bcb9-6943116e8a49" providerId="ADAL" clId="{75AE03AA-7436-5726-9449-89244779A732}" dt="2026-04-27T23:36:37.959" v="195" actId="403"/>
        <pc:sldMkLst>
          <pc:docMk/>
          <pc:sldMk cId="0" sldId="269"/>
        </pc:sldMkLst>
        <pc:spChg chg="mod">
          <ac:chgData name="John Hogue" userId="36b83df3-da7f-4749-bcb9-6943116e8a49" providerId="ADAL" clId="{75AE03AA-7436-5726-9449-89244779A732}" dt="2026-04-27T23:32:42.607" v="150" actId="403"/>
          <ac:spMkLst>
            <pc:docMk/>
            <pc:sldMk cId="0" sldId="269"/>
            <ac:spMk id="7" creationId="{00000000-0000-0000-0000-000000000000}"/>
          </ac:spMkLst>
        </pc:spChg>
        <pc:spChg chg="mod">
          <ac:chgData name="John Hogue" userId="36b83df3-da7f-4749-bcb9-6943116e8a49" providerId="ADAL" clId="{75AE03AA-7436-5726-9449-89244779A732}" dt="2026-04-27T23:36:37.959" v="195" actId="403"/>
          <ac:spMkLst>
            <pc:docMk/>
            <pc:sldMk cId="0" sldId="269"/>
            <ac:spMk id="8" creationId="{00000000-0000-0000-0000-000000000000}"/>
          </ac:spMkLst>
        </pc:spChg>
        <pc:spChg chg="mod">
          <ac:chgData name="John Hogue" userId="36b83df3-da7f-4749-bcb9-6943116e8a49" providerId="ADAL" clId="{75AE03AA-7436-5726-9449-89244779A732}" dt="2026-04-27T23:32:46.743" v="152" actId="403"/>
          <ac:spMkLst>
            <pc:docMk/>
            <pc:sldMk cId="0" sldId="269"/>
            <ac:spMk id="10" creationId="{00000000-0000-0000-0000-000000000000}"/>
          </ac:spMkLst>
        </pc:spChg>
        <pc:spChg chg="mod">
          <ac:chgData name="John Hogue" userId="36b83df3-da7f-4749-bcb9-6943116e8a49" providerId="ADAL" clId="{75AE03AA-7436-5726-9449-89244779A732}" dt="2026-04-27T23:36:37.959" v="195" actId="403"/>
          <ac:spMkLst>
            <pc:docMk/>
            <pc:sldMk cId="0" sldId="269"/>
            <ac:spMk id="11" creationId="{00000000-0000-0000-0000-000000000000}"/>
          </ac:spMkLst>
        </pc:spChg>
        <pc:spChg chg="mod">
          <ac:chgData name="John Hogue" userId="36b83df3-da7f-4749-bcb9-6943116e8a49" providerId="ADAL" clId="{75AE03AA-7436-5726-9449-89244779A732}" dt="2026-04-27T23:32:50.788" v="154" actId="403"/>
          <ac:spMkLst>
            <pc:docMk/>
            <pc:sldMk cId="0" sldId="269"/>
            <ac:spMk id="13" creationId="{00000000-0000-0000-0000-000000000000}"/>
          </ac:spMkLst>
        </pc:spChg>
        <pc:spChg chg="mod">
          <ac:chgData name="John Hogue" userId="36b83df3-da7f-4749-bcb9-6943116e8a49" providerId="ADAL" clId="{75AE03AA-7436-5726-9449-89244779A732}" dt="2026-04-27T23:36:37.959" v="195" actId="403"/>
          <ac:spMkLst>
            <pc:docMk/>
            <pc:sldMk cId="0" sldId="269"/>
            <ac:spMk id="14" creationId="{00000000-0000-0000-0000-000000000000}"/>
          </ac:spMkLst>
        </pc:spChg>
        <pc:spChg chg="mod">
          <ac:chgData name="John Hogue" userId="36b83df3-da7f-4749-bcb9-6943116e8a49" providerId="ADAL" clId="{75AE03AA-7436-5726-9449-89244779A732}" dt="2026-04-27T23:32:55.024" v="156" actId="403"/>
          <ac:spMkLst>
            <pc:docMk/>
            <pc:sldMk cId="0" sldId="269"/>
            <ac:spMk id="16" creationId="{00000000-0000-0000-0000-000000000000}"/>
          </ac:spMkLst>
        </pc:spChg>
        <pc:spChg chg="mod">
          <ac:chgData name="John Hogue" userId="36b83df3-da7f-4749-bcb9-6943116e8a49" providerId="ADAL" clId="{75AE03AA-7436-5726-9449-89244779A732}" dt="2026-04-27T23:36:37.959" v="195" actId="403"/>
          <ac:spMkLst>
            <pc:docMk/>
            <pc:sldMk cId="0" sldId="269"/>
            <ac:spMk id="17" creationId="{00000000-0000-0000-0000-000000000000}"/>
          </ac:spMkLst>
        </pc:spChg>
        <pc:spChg chg="mod">
          <ac:chgData name="John Hogue" userId="36b83df3-da7f-4749-bcb9-6943116e8a49" providerId="ADAL" clId="{75AE03AA-7436-5726-9449-89244779A732}" dt="2026-04-27T23:32:58.957" v="158" actId="403"/>
          <ac:spMkLst>
            <pc:docMk/>
            <pc:sldMk cId="0" sldId="269"/>
            <ac:spMk id="19" creationId="{00000000-0000-0000-0000-000000000000}"/>
          </ac:spMkLst>
        </pc:spChg>
        <pc:spChg chg="mod">
          <ac:chgData name="John Hogue" userId="36b83df3-da7f-4749-bcb9-6943116e8a49" providerId="ADAL" clId="{75AE03AA-7436-5726-9449-89244779A732}" dt="2026-04-27T23:36:37.959" v="195" actId="403"/>
          <ac:spMkLst>
            <pc:docMk/>
            <pc:sldMk cId="0" sldId="269"/>
            <ac:spMk id="20" creationId="{00000000-0000-0000-0000-000000000000}"/>
          </ac:spMkLst>
        </pc:spChg>
      </pc:sldChg>
      <pc:sldChg chg="addSp modSp">
        <pc:chgData name="John Hogue" userId="36b83df3-da7f-4749-bcb9-6943116e8a49" providerId="ADAL" clId="{75AE03AA-7436-5726-9449-89244779A732}" dt="2026-04-27T23:49:04.572" v="270" actId="14100"/>
        <pc:sldMkLst>
          <pc:docMk/>
          <pc:sldMk cId="0" sldId="272"/>
        </pc:sldMkLst>
        <pc:picChg chg="add mod">
          <ac:chgData name="John Hogue" userId="36b83df3-da7f-4749-bcb9-6943116e8a49" providerId="ADAL" clId="{75AE03AA-7436-5726-9449-89244779A732}" dt="2026-04-27T23:49:04.572" v="270" actId="14100"/>
          <ac:picMkLst>
            <pc:docMk/>
            <pc:sldMk cId="0" sldId="272"/>
            <ac:picMk id="1026" creationId="{89C6D522-9CCC-EEB6-6125-3497908B0CB1}"/>
          </ac:picMkLst>
        </pc:picChg>
      </pc:sldChg>
      <pc:sldChg chg="modSp mod">
        <pc:chgData name="John Hogue" userId="36b83df3-da7f-4749-bcb9-6943116e8a49" providerId="ADAL" clId="{75AE03AA-7436-5726-9449-89244779A732}" dt="2026-04-27T23:43:37.339" v="249" actId="113"/>
        <pc:sldMkLst>
          <pc:docMk/>
          <pc:sldMk cId="3316573939" sldId="274"/>
        </pc:sldMkLst>
        <pc:spChg chg="mod">
          <ac:chgData name="John Hogue" userId="36b83df3-da7f-4749-bcb9-6943116e8a49" providerId="ADAL" clId="{75AE03AA-7436-5726-9449-89244779A732}" dt="2026-04-27T23:43:37.339" v="249" actId="113"/>
          <ac:spMkLst>
            <pc:docMk/>
            <pc:sldMk cId="3316573939" sldId="274"/>
            <ac:spMk id="4" creationId="{233E75A0-73FB-83AA-B0DE-2DCC3C43AD13}"/>
          </ac:spMkLst>
        </pc:spChg>
      </pc:sldChg>
      <pc:sldChg chg="delSp modSp mod">
        <pc:chgData name="John Hogue" userId="36b83df3-da7f-4749-bcb9-6943116e8a49" providerId="ADAL" clId="{75AE03AA-7436-5726-9449-89244779A732}" dt="2026-04-27T23:43:59.984" v="262" actId="20577"/>
        <pc:sldMkLst>
          <pc:docMk/>
          <pc:sldMk cId="0" sldId="277"/>
        </pc:sldMkLst>
        <pc:spChg chg="mod">
          <ac:chgData name="John Hogue" userId="36b83df3-da7f-4749-bcb9-6943116e8a49" providerId="ADAL" clId="{75AE03AA-7436-5726-9449-89244779A732}" dt="2026-04-27T23:27:55.861" v="63" actId="2085"/>
          <ac:spMkLst>
            <pc:docMk/>
            <pc:sldMk cId="0" sldId="277"/>
            <ac:spMk id="5" creationId="{00000000-0000-0000-0000-000000000000}"/>
          </ac:spMkLst>
        </pc:spChg>
        <pc:spChg chg="mod">
          <ac:chgData name="John Hogue" userId="36b83df3-da7f-4749-bcb9-6943116e8a49" providerId="ADAL" clId="{75AE03AA-7436-5726-9449-89244779A732}" dt="2026-04-27T23:27:55.861" v="63" actId="2085"/>
          <ac:spMkLst>
            <pc:docMk/>
            <pc:sldMk cId="0" sldId="277"/>
            <ac:spMk id="6" creationId="{00000000-0000-0000-0000-000000000000}"/>
          </ac:spMkLst>
        </pc:spChg>
        <pc:spChg chg="mod">
          <ac:chgData name="John Hogue" userId="36b83df3-da7f-4749-bcb9-6943116e8a49" providerId="ADAL" clId="{75AE03AA-7436-5726-9449-89244779A732}" dt="2026-04-27T23:27:13.858" v="54" actId="2085"/>
          <ac:spMkLst>
            <pc:docMk/>
            <pc:sldMk cId="0" sldId="277"/>
            <ac:spMk id="7" creationId="{00000000-0000-0000-0000-000000000000}"/>
          </ac:spMkLst>
        </pc:spChg>
        <pc:spChg chg="mod">
          <ac:chgData name="John Hogue" userId="36b83df3-da7f-4749-bcb9-6943116e8a49" providerId="ADAL" clId="{75AE03AA-7436-5726-9449-89244779A732}" dt="2026-04-27T23:25:48.080" v="37" actId="208"/>
          <ac:spMkLst>
            <pc:docMk/>
            <pc:sldMk cId="0" sldId="277"/>
            <ac:spMk id="8" creationId="{00000000-0000-0000-0000-000000000000}"/>
          </ac:spMkLst>
        </pc:spChg>
        <pc:spChg chg="mod">
          <ac:chgData name="John Hogue" userId="36b83df3-da7f-4749-bcb9-6943116e8a49" providerId="ADAL" clId="{75AE03AA-7436-5726-9449-89244779A732}" dt="2026-04-27T23:27:13.858" v="54" actId="2085"/>
          <ac:spMkLst>
            <pc:docMk/>
            <pc:sldMk cId="0" sldId="277"/>
            <ac:spMk id="9" creationId="{00000000-0000-0000-0000-000000000000}"/>
          </ac:spMkLst>
        </pc:spChg>
        <pc:spChg chg="mod">
          <ac:chgData name="John Hogue" userId="36b83df3-da7f-4749-bcb9-6943116e8a49" providerId="ADAL" clId="{75AE03AA-7436-5726-9449-89244779A732}" dt="2026-04-27T23:27:13.858" v="54" actId="2085"/>
          <ac:spMkLst>
            <pc:docMk/>
            <pc:sldMk cId="0" sldId="277"/>
            <ac:spMk id="10" creationId="{00000000-0000-0000-0000-000000000000}"/>
          </ac:spMkLst>
        </pc:spChg>
        <pc:spChg chg="mod">
          <ac:chgData name="John Hogue" userId="36b83df3-da7f-4749-bcb9-6943116e8a49" providerId="ADAL" clId="{75AE03AA-7436-5726-9449-89244779A732}" dt="2026-04-27T23:27:45.457" v="61" actId="11530"/>
          <ac:spMkLst>
            <pc:docMk/>
            <pc:sldMk cId="0" sldId="277"/>
            <ac:spMk id="12" creationId="{00000000-0000-0000-0000-000000000000}"/>
          </ac:spMkLst>
        </pc:spChg>
        <pc:spChg chg="mod">
          <ac:chgData name="John Hogue" userId="36b83df3-da7f-4749-bcb9-6943116e8a49" providerId="ADAL" clId="{75AE03AA-7436-5726-9449-89244779A732}" dt="2026-04-27T23:43:59.984" v="262" actId="20577"/>
          <ac:spMkLst>
            <pc:docMk/>
            <pc:sldMk cId="0" sldId="277"/>
            <ac:spMk id="14" creationId="{00000000-0000-0000-0000-000000000000}"/>
          </ac:spMkLst>
        </pc:spChg>
      </pc:sldChg>
    </pc:docChg>
  </pc:docChgLst>
  <pc:docChgLst>
    <pc:chgData name="John Hogue" userId="36b83df3-da7f-4749-bcb9-6943116e8a49" providerId="ADAL" clId="{231C83DC-AF7A-4A67-AF3C-1BFE3EDBF912}"/>
    <pc:docChg chg="undo custSel addSld delSld modSld sldOrd">
      <pc:chgData name="John Hogue" userId="36b83df3-da7f-4749-bcb9-6943116e8a49" providerId="ADAL" clId="{231C83DC-AF7A-4A67-AF3C-1BFE3EDBF912}" dt="2026-05-11T18:03:25.686" v="925" actId="20577"/>
      <pc:docMkLst>
        <pc:docMk/>
      </pc:docMkLst>
      <pc:sldChg chg="addSp delSp modSp mod">
        <pc:chgData name="John Hogue" userId="36b83df3-da7f-4749-bcb9-6943116e8a49" providerId="ADAL" clId="{231C83DC-AF7A-4A67-AF3C-1BFE3EDBF912}" dt="2026-05-11T16:13:15.793" v="564" actId="478"/>
        <pc:sldMkLst>
          <pc:docMk/>
          <pc:sldMk cId="0" sldId="256"/>
        </pc:sldMkLst>
        <pc:spChg chg="del">
          <ac:chgData name="John Hogue" userId="36b83df3-da7f-4749-bcb9-6943116e8a49" providerId="ADAL" clId="{231C83DC-AF7A-4A67-AF3C-1BFE3EDBF912}" dt="2026-05-11T16:13:02.582" v="558" actId="478"/>
          <ac:spMkLst>
            <pc:docMk/>
            <pc:sldMk cId="0" sldId="256"/>
            <ac:spMk id="3" creationId="{00000000-0000-0000-0000-000000000000}"/>
          </ac:spMkLst>
        </pc:spChg>
        <pc:spChg chg="del">
          <ac:chgData name="John Hogue" userId="36b83df3-da7f-4749-bcb9-6943116e8a49" providerId="ADAL" clId="{231C83DC-AF7A-4A67-AF3C-1BFE3EDBF912}" dt="2026-05-11T16:13:02.582" v="558" actId="478"/>
          <ac:spMkLst>
            <pc:docMk/>
            <pc:sldMk cId="0" sldId="256"/>
            <ac:spMk id="4" creationId="{00000000-0000-0000-0000-000000000000}"/>
          </ac:spMkLst>
        </pc:spChg>
        <pc:spChg chg="del">
          <ac:chgData name="John Hogue" userId="36b83df3-da7f-4749-bcb9-6943116e8a49" providerId="ADAL" clId="{231C83DC-AF7A-4A67-AF3C-1BFE3EDBF912}" dt="2026-05-11T16:13:15.793" v="564" actId="478"/>
          <ac:spMkLst>
            <pc:docMk/>
            <pc:sldMk cId="0" sldId="256"/>
            <ac:spMk id="5" creationId="{00000000-0000-0000-0000-000000000000}"/>
          </ac:spMkLst>
        </pc:spChg>
        <pc:picChg chg="add mod">
          <ac:chgData name="John Hogue" userId="36b83df3-da7f-4749-bcb9-6943116e8a49" providerId="ADAL" clId="{231C83DC-AF7A-4A67-AF3C-1BFE3EDBF912}" dt="2026-05-11T16:13:13.360" v="563" actId="14100"/>
          <ac:picMkLst>
            <pc:docMk/>
            <pc:sldMk cId="0" sldId="256"/>
            <ac:picMk id="7" creationId="{E0583DC7-02CA-0A11-6EEB-5AFA3686CBCD}"/>
          </ac:picMkLst>
        </pc:picChg>
      </pc:sldChg>
      <pc:sldChg chg="addSp modSp mod modAnim">
        <pc:chgData name="John Hogue" userId="36b83df3-da7f-4749-bcb9-6943116e8a49" providerId="ADAL" clId="{231C83DC-AF7A-4A67-AF3C-1BFE3EDBF912}" dt="2026-05-11T17:20:02.886" v="871" actId="20577"/>
        <pc:sldMkLst>
          <pc:docMk/>
          <pc:sldMk cId="0" sldId="257"/>
        </pc:sldMkLst>
        <pc:spChg chg="mod">
          <ac:chgData name="John Hogue" userId="36b83df3-da7f-4749-bcb9-6943116e8a49" providerId="ADAL" clId="{231C83DC-AF7A-4A67-AF3C-1BFE3EDBF912}" dt="2026-05-11T16:25:31.629" v="631" actId="122"/>
          <ac:spMkLst>
            <pc:docMk/>
            <pc:sldMk cId="0" sldId="257"/>
            <ac:spMk id="3" creationId="{00000000-0000-0000-0000-000000000000}"/>
          </ac:spMkLst>
        </pc:spChg>
        <pc:spChg chg="mod">
          <ac:chgData name="John Hogue" userId="36b83df3-da7f-4749-bcb9-6943116e8a49" providerId="ADAL" clId="{231C83DC-AF7A-4A67-AF3C-1BFE3EDBF912}" dt="2026-05-11T16:25:48.028" v="633" actId="1076"/>
          <ac:spMkLst>
            <pc:docMk/>
            <pc:sldMk cId="0" sldId="257"/>
            <ac:spMk id="4" creationId="{00000000-0000-0000-0000-000000000000}"/>
          </ac:spMkLst>
        </pc:spChg>
        <pc:spChg chg="mod">
          <ac:chgData name="John Hogue" userId="36b83df3-da7f-4749-bcb9-6943116e8a49" providerId="ADAL" clId="{231C83DC-AF7A-4A67-AF3C-1BFE3EDBF912}" dt="2026-05-11T16:25:21.720" v="630" actId="403"/>
          <ac:spMkLst>
            <pc:docMk/>
            <pc:sldMk cId="0" sldId="257"/>
            <ac:spMk id="5" creationId="{00000000-0000-0000-0000-000000000000}"/>
          </ac:spMkLst>
        </pc:spChg>
        <pc:spChg chg="add mod">
          <ac:chgData name="John Hogue" userId="36b83df3-da7f-4749-bcb9-6943116e8a49" providerId="ADAL" clId="{231C83DC-AF7A-4A67-AF3C-1BFE3EDBF912}" dt="2026-05-11T17:20:02.886" v="871" actId="20577"/>
          <ac:spMkLst>
            <pc:docMk/>
            <pc:sldMk cId="0" sldId="257"/>
            <ac:spMk id="22" creationId="{346F0AFF-C810-9F2F-1E3F-5B1B86130BE9}"/>
          </ac:spMkLst>
        </pc:spChg>
      </pc:sldChg>
      <pc:sldChg chg="modSp mod modAnim modNotesTx">
        <pc:chgData name="John Hogue" userId="36b83df3-da7f-4749-bcb9-6943116e8a49" providerId="ADAL" clId="{231C83DC-AF7A-4A67-AF3C-1BFE3EDBF912}" dt="2026-05-11T17:20:29.830" v="872" actId="20577"/>
        <pc:sldMkLst>
          <pc:docMk/>
          <pc:sldMk cId="0" sldId="258"/>
        </pc:sldMkLst>
        <pc:spChg chg="mod">
          <ac:chgData name="John Hogue" userId="36b83df3-da7f-4749-bcb9-6943116e8a49" providerId="ADAL" clId="{231C83DC-AF7A-4A67-AF3C-1BFE3EDBF912}" dt="2026-05-11T16:20:53.696" v="590" actId="108"/>
          <ac:spMkLst>
            <pc:docMk/>
            <pc:sldMk cId="0" sldId="258"/>
            <ac:spMk id="4" creationId="{00000000-0000-0000-0000-000000000000}"/>
          </ac:spMkLst>
        </pc:spChg>
        <pc:spChg chg="mod">
          <ac:chgData name="John Hogue" userId="36b83df3-da7f-4749-bcb9-6943116e8a49" providerId="ADAL" clId="{231C83DC-AF7A-4A67-AF3C-1BFE3EDBF912}" dt="2026-05-11T16:25:03.405" v="624" actId="403"/>
          <ac:spMkLst>
            <pc:docMk/>
            <pc:sldMk cId="0" sldId="258"/>
            <ac:spMk id="9" creationId="{00000000-0000-0000-0000-000000000000}"/>
          </ac:spMkLst>
        </pc:spChg>
        <pc:spChg chg="mod">
          <ac:chgData name="John Hogue" userId="36b83df3-da7f-4749-bcb9-6943116e8a49" providerId="ADAL" clId="{231C83DC-AF7A-4A67-AF3C-1BFE3EDBF912}" dt="2026-05-11T16:25:07.342" v="626" actId="403"/>
          <ac:spMkLst>
            <pc:docMk/>
            <pc:sldMk cId="0" sldId="258"/>
            <ac:spMk id="14" creationId="{00000000-0000-0000-0000-000000000000}"/>
          </ac:spMkLst>
        </pc:spChg>
        <pc:spChg chg="mod">
          <ac:chgData name="John Hogue" userId="36b83df3-da7f-4749-bcb9-6943116e8a49" providerId="ADAL" clId="{231C83DC-AF7A-4A67-AF3C-1BFE3EDBF912}" dt="2026-05-11T16:25:12.135" v="628" actId="403"/>
          <ac:spMkLst>
            <pc:docMk/>
            <pc:sldMk cId="0" sldId="258"/>
            <ac:spMk id="19" creationId="{00000000-0000-0000-0000-000000000000}"/>
          </ac:spMkLst>
        </pc:spChg>
        <pc:spChg chg="mod">
          <ac:chgData name="John Hogue" userId="36b83df3-da7f-4749-bcb9-6943116e8a49" providerId="ADAL" clId="{231C83DC-AF7A-4A67-AF3C-1BFE3EDBF912}" dt="2026-05-11T16:21:40.318" v="595" actId="122"/>
          <ac:spMkLst>
            <pc:docMk/>
            <pc:sldMk cId="0" sldId="258"/>
            <ac:spMk id="20" creationId="{00000000-0000-0000-0000-000000000000}"/>
          </ac:spMkLst>
        </pc:spChg>
      </pc:sldChg>
      <pc:sldChg chg="addSp modSp add del mod setBg modAnim">
        <pc:chgData name="John Hogue" userId="36b83df3-da7f-4749-bcb9-6943116e8a49" providerId="ADAL" clId="{231C83DC-AF7A-4A67-AF3C-1BFE3EDBF912}" dt="2026-05-11T16:28:56.711" v="687"/>
        <pc:sldMkLst>
          <pc:docMk/>
          <pc:sldMk cId="0" sldId="259"/>
        </pc:sldMkLst>
        <pc:spChg chg="mod">
          <ac:chgData name="John Hogue" userId="36b83df3-da7f-4749-bcb9-6943116e8a49" providerId="ADAL" clId="{231C83DC-AF7A-4A67-AF3C-1BFE3EDBF912}" dt="2026-05-11T16:07:31.182" v="536" actId="14100"/>
          <ac:spMkLst>
            <pc:docMk/>
            <pc:sldMk cId="0" sldId="259"/>
            <ac:spMk id="2" creationId="{00000000-0000-0000-0000-000000000000}"/>
          </ac:spMkLst>
        </pc:spChg>
        <pc:spChg chg="mod">
          <ac:chgData name="John Hogue" userId="36b83df3-da7f-4749-bcb9-6943116e8a49" providerId="ADAL" clId="{231C83DC-AF7A-4A67-AF3C-1BFE3EDBF912}" dt="2026-05-11T16:07:49.652" v="538" actId="207"/>
          <ac:spMkLst>
            <pc:docMk/>
            <pc:sldMk cId="0" sldId="259"/>
            <ac:spMk id="5" creationId="{00000000-0000-0000-0000-000000000000}"/>
          </ac:spMkLst>
        </pc:spChg>
        <pc:spChg chg="mod">
          <ac:chgData name="John Hogue" userId="36b83df3-da7f-4749-bcb9-6943116e8a49" providerId="ADAL" clId="{231C83DC-AF7A-4A67-AF3C-1BFE3EDBF912}" dt="2026-05-11T16:07:58.390" v="539" actId="207"/>
          <ac:spMkLst>
            <pc:docMk/>
            <pc:sldMk cId="0" sldId="259"/>
            <ac:spMk id="12" creationId="{00000000-0000-0000-0000-000000000000}"/>
          </ac:spMkLst>
        </pc:spChg>
        <pc:spChg chg="mod">
          <ac:chgData name="John Hogue" userId="36b83df3-da7f-4749-bcb9-6943116e8a49" providerId="ADAL" clId="{231C83DC-AF7A-4A67-AF3C-1BFE3EDBF912}" dt="2026-05-11T16:07:58.390" v="539" actId="207"/>
          <ac:spMkLst>
            <pc:docMk/>
            <pc:sldMk cId="0" sldId="259"/>
            <ac:spMk id="20" creationId="{00000000-0000-0000-0000-000000000000}"/>
          </ac:spMkLst>
        </pc:spChg>
        <pc:spChg chg="mod">
          <ac:chgData name="John Hogue" userId="36b83df3-da7f-4749-bcb9-6943116e8a49" providerId="ADAL" clId="{231C83DC-AF7A-4A67-AF3C-1BFE3EDBF912}" dt="2026-05-11T16:07:58.390" v="539" actId="207"/>
          <ac:spMkLst>
            <pc:docMk/>
            <pc:sldMk cId="0" sldId="259"/>
            <ac:spMk id="28" creationId="{00000000-0000-0000-0000-000000000000}"/>
          </ac:spMkLst>
        </pc:spChg>
        <pc:spChg chg="mod">
          <ac:chgData name="John Hogue" userId="36b83df3-da7f-4749-bcb9-6943116e8a49" providerId="ADAL" clId="{231C83DC-AF7A-4A67-AF3C-1BFE3EDBF912}" dt="2026-05-11T16:07:58.390" v="539" actId="207"/>
          <ac:spMkLst>
            <pc:docMk/>
            <pc:sldMk cId="0" sldId="259"/>
            <ac:spMk id="36" creationId="{00000000-0000-0000-0000-000000000000}"/>
          </ac:spMkLst>
        </pc:spChg>
        <pc:spChg chg="mod">
          <ac:chgData name="John Hogue" userId="36b83df3-da7f-4749-bcb9-6943116e8a49" providerId="ADAL" clId="{231C83DC-AF7A-4A67-AF3C-1BFE3EDBF912}" dt="2026-05-11T16:07:58.390" v="539" actId="207"/>
          <ac:spMkLst>
            <pc:docMk/>
            <pc:sldMk cId="0" sldId="259"/>
            <ac:spMk id="44" creationId="{00000000-0000-0000-0000-000000000000}"/>
          </ac:spMkLst>
        </pc:spChg>
        <pc:spChg chg="mod">
          <ac:chgData name="John Hogue" userId="36b83df3-da7f-4749-bcb9-6943116e8a49" providerId="ADAL" clId="{231C83DC-AF7A-4A67-AF3C-1BFE3EDBF912}" dt="2026-05-11T16:08:07.372" v="540" actId="108"/>
          <ac:spMkLst>
            <pc:docMk/>
            <pc:sldMk cId="0" sldId="259"/>
            <ac:spMk id="46" creationId="{00000000-0000-0000-0000-000000000000}"/>
          </ac:spMkLst>
        </pc:spChg>
        <pc:picChg chg="add mod">
          <ac:chgData name="John Hogue" userId="36b83df3-da7f-4749-bcb9-6943116e8a49" providerId="ADAL" clId="{231C83DC-AF7A-4A67-AF3C-1BFE3EDBF912}" dt="2026-05-11T16:07:33.087" v="537" actId="1076"/>
          <ac:picMkLst>
            <pc:docMk/>
            <pc:sldMk cId="0" sldId="259"/>
            <ac:picMk id="48" creationId="{624FCBC0-7F3B-E868-0B16-B08C37AA69D4}"/>
          </ac:picMkLst>
        </pc:picChg>
      </pc:sldChg>
      <pc:sldChg chg="addSp delSp modSp mod modAnim modNotesTx">
        <pc:chgData name="John Hogue" userId="36b83df3-da7f-4749-bcb9-6943116e8a49" providerId="ADAL" clId="{231C83DC-AF7A-4A67-AF3C-1BFE3EDBF912}" dt="2026-05-11T17:20:47.024" v="873" actId="20577"/>
        <pc:sldMkLst>
          <pc:docMk/>
          <pc:sldMk cId="0" sldId="260"/>
        </pc:sldMkLst>
        <pc:spChg chg="mod">
          <ac:chgData name="John Hogue" userId="36b83df3-da7f-4749-bcb9-6943116e8a49" providerId="ADAL" clId="{231C83DC-AF7A-4A67-AF3C-1BFE3EDBF912}" dt="2026-05-11T16:03:38.304" v="434" actId="14100"/>
          <ac:spMkLst>
            <pc:docMk/>
            <pc:sldMk cId="0" sldId="260"/>
            <ac:spMk id="4" creationId="{00000000-0000-0000-0000-000000000000}"/>
          </ac:spMkLst>
        </pc:spChg>
        <pc:spChg chg="del">
          <ac:chgData name="John Hogue" userId="36b83df3-da7f-4749-bcb9-6943116e8a49" providerId="ADAL" clId="{231C83DC-AF7A-4A67-AF3C-1BFE3EDBF912}" dt="2026-05-11T16:02:50.570" v="397" actId="478"/>
          <ac:spMkLst>
            <pc:docMk/>
            <pc:sldMk cId="0" sldId="260"/>
            <ac:spMk id="5" creationId="{00000000-0000-0000-0000-000000000000}"/>
          </ac:spMkLst>
        </pc:spChg>
        <pc:spChg chg="mod">
          <ac:chgData name="John Hogue" userId="36b83df3-da7f-4749-bcb9-6943116e8a49" providerId="ADAL" clId="{231C83DC-AF7A-4A67-AF3C-1BFE3EDBF912}" dt="2026-05-11T16:02:54.331" v="399" actId="20577"/>
          <ac:spMkLst>
            <pc:docMk/>
            <pc:sldMk cId="0" sldId="260"/>
            <ac:spMk id="20" creationId="{00000000-0000-0000-0000-000000000000}"/>
          </ac:spMkLst>
        </pc:spChg>
        <pc:spChg chg="del">
          <ac:chgData name="John Hogue" userId="36b83df3-da7f-4749-bcb9-6943116e8a49" providerId="ADAL" clId="{231C83DC-AF7A-4A67-AF3C-1BFE3EDBF912}" dt="2026-05-11T15:47:05.362" v="289" actId="478"/>
          <ac:spMkLst>
            <pc:docMk/>
            <pc:sldMk cId="0" sldId="260"/>
            <ac:spMk id="21" creationId="{00000000-0000-0000-0000-000000000000}"/>
          </ac:spMkLst>
        </pc:spChg>
        <pc:spChg chg="add mod">
          <ac:chgData name="John Hogue" userId="36b83df3-da7f-4749-bcb9-6943116e8a49" providerId="ADAL" clId="{231C83DC-AF7A-4A67-AF3C-1BFE3EDBF912}" dt="2026-05-11T16:02:48.323" v="396"/>
          <ac:spMkLst>
            <pc:docMk/>
            <pc:sldMk cId="0" sldId="260"/>
            <ac:spMk id="23" creationId="{1708F637-328A-4E11-AAF3-7A90A087E70F}"/>
          </ac:spMkLst>
        </pc:spChg>
        <pc:spChg chg="add mod">
          <ac:chgData name="John Hogue" userId="36b83df3-da7f-4749-bcb9-6943116e8a49" providerId="ADAL" clId="{231C83DC-AF7A-4A67-AF3C-1BFE3EDBF912}" dt="2026-05-11T16:26:24.635" v="662" actId="20577"/>
          <ac:spMkLst>
            <pc:docMk/>
            <pc:sldMk cId="0" sldId="260"/>
            <ac:spMk id="24" creationId="{89C720E6-8BE4-35EA-664B-C6067FDBBBA8}"/>
          </ac:spMkLst>
        </pc:spChg>
        <pc:picChg chg="mod">
          <ac:chgData name="John Hogue" userId="36b83df3-da7f-4749-bcb9-6943116e8a49" providerId="ADAL" clId="{231C83DC-AF7A-4A67-AF3C-1BFE3EDBF912}" dt="2026-05-11T16:04:25.353" v="450" actId="1036"/>
          <ac:picMkLst>
            <pc:docMk/>
            <pc:sldMk cId="0" sldId="260"/>
            <ac:picMk id="3" creationId="{00000000-0000-0000-0000-000000000000}"/>
          </ac:picMkLst>
        </pc:picChg>
        <pc:picChg chg="add del mod">
          <ac:chgData name="John Hogue" userId="36b83df3-da7f-4749-bcb9-6943116e8a49" providerId="ADAL" clId="{231C83DC-AF7A-4A67-AF3C-1BFE3EDBF912}" dt="2026-05-11T16:02:28.469" v="392" actId="21"/>
          <ac:picMkLst>
            <pc:docMk/>
            <pc:sldMk cId="0" sldId="260"/>
            <ac:picMk id="22" creationId="{53F3C45A-8682-2497-B1F0-A7FE1A6B0894}"/>
          </ac:picMkLst>
        </pc:picChg>
        <pc:picChg chg="add del mod">
          <ac:chgData name="John Hogue" userId="36b83df3-da7f-4749-bcb9-6943116e8a49" providerId="ADAL" clId="{231C83DC-AF7A-4A67-AF3C-1BFE3EDBF912}" dt="2026-05-11T16:19:49.191" v="582" actId="21"/>
          <ac:picMkLst>
            <pc:docMk/>
            <pc:sldMk cId="0" sldId="260"/>
            <ac:picMk id="25" creationId="{A69706FF-2A32-B64D-2CD3-C9673B0FB138}"/>
          </ac:picMkLst>
        </pc:picChg>
      </pc:sldChg>
      <pc:sldChg chg="modSp add del mod modAnim">
        <pc:chgData name="John Hogue" userId="36b83df3-da7f-4749-bcb9-6943116e8a49" providerId="ADAL" clId="{231C83DC-AF7A-4A67-AF3C-1BFE3EDBF912}" dt="2026-05-11T16:32:07.664" v="712"/>
        <pc:sldMkLst>
          <pc:docMk/>
          <pc:sldMk cId="0" sldId="261"/>
        </pc:sldMkLst>
        <pc:spChg chg="mod">
          <ac:chgData name="John Hogue" userId="36b83df3-da7f-4749-bcb9-6943116e8a49" providerId="ADAL" clId="{231C83DC-AF7A-4A67-AF3C-1BFE3EDBF912}" dt="2026-05-11T16:31:54.725" v="711" actId="108"/>
          <ac:spMkLst>
            <pc:docMk/>
            <pc:sldMk cId="0" sldId="261"/>
            <ac:spMk id="2" creationId="{00000000-0000-0000-0000-000000000000}"/>
          </ac:spMkLst>
        </pc:spChg>
      </pc:sldChg>
      <pc:sldChg chg="del">
        <pc:chgData name="John Hogue" userId="36b83df3-da7f-4749-bcb9-6943116e8a49" providerId="ADAL" clId="{231C83DC-AF7A-4A67-AF3C-1BFE3EDBF912}" dt="2026-05-11T16:06:51.948" v="531" actId="2696"/>
        <pc:sldMkLst>
          <pc:docMk/>
          <pc:sldMk cId="0" sldId="262"/>
        </pc:sldMkLst>
      </pc:sldChg>
      <pc:sldChg chg="del">
        <pc:chgData name="John Hogue" userId="36b83df3-da7f-4749-bcb9-6943116e8a49" providerId="ADAL" clId="{231C83DC-AF7A-4A67-AF3C-1BFE3EDBF912}" dt="2026-05-11T16:08:42.600" v="541" actId="2696"/>
        <pc:sldMkLst>
          <pc:docMk/>
          <pc:sldMk cId="0" sldId="263"/>
        </pc:sldMkLst>
      </pc:sldChg>
      <pc:sldChg chg="modSp del mod">
        <pc:chgData name="John Hogue" userId="36b83df3-da7f-4749-bcb9-6943116e8a49" providerId="ADAL" clId="{231C83DC-AF7A-4A67-AF3C-1BFE3EDBF912}" dt="2026-05-11T16:16:52.597" v="566" actId="2696"/>
        <pc:sldMkLst>
          <pc:docMk/>
          <pc:sldMk cId="0" sldId="264"/>
        </pc:sldMkLst>
        <pc:spChg chg="mod">
          <ac:chgData name="John Hogue" userId="36b83df3-da7f-4749-bcb9-6943116e8a49" providerId="ADAL" clId="{231C83DC-AF7A-4A67-AF3C-1BFE3EDBF912}" dt="2026-05-11T15:23:02.207" v="266" actId="20577"/>
          <ac:spMkLst>
            <pc:docMk/>
            <pc:sldMk cId="0" sldId="264"/>
            <ac:spMk id="14" creationId="{00000000-0000-0000-0000-000000000000}"/>
          </ac:spMkLst>
        </pc:spChg>
      </pc:sldChg>
      <pc:sldChg chg="delSp modSp mod modAnim">
        <pc:chgData name="John Hogue" userId="36b83df3-da7f-4749-bcb9-6943116e8a49" providerId="ADAL" clId="{231C83DC-AF7A-4A67-AF3C-1BFE3EDBF912}" dt="2026-05-11T17:00:47.649" v="725" actId="108"/>
        <pc:sldMkLst>
          <pc:docMk/>
          <pc:sldMk cId="0" sldId="265"/>
        </pc:sldMkLst>
        <pc:spChg chg="mod">
          <ac:chgData name="John Hogue" userId="36b83df3-da7f-4749-bcb9-6943116e8a49" providerId="ADAL" clId="{231C83DC-AF7A-4A67-AF3C-1BFE3EDBF912}" dt="2026-05-11T17:00:47.649" v="725" actId="108"/>
          <ac:spMkLst>
            <pc:docMk/>
            <pc:sldMk cId="0" sldId="265"/>
            <ac:spMk id="5" creationId="{00000000-0000-0000-0000-000000000000}"/>
          </ac:spMkLst>
        </pc:spChg>
        <pc:spChg chg="del">
          <ac:chgData name="John Hogue" userId="36b83df3-da7f-4749-bcb9-6943116e8a49" providerId="ADAL" clId="{231C83DC-AF7A-4A67-AF3C-1BFE3EDBF912}" dt="2026-05-11T16:29:05.283" v="688" actId="478"/>
          <ac:spMkLst>
            <pc:docMk/>
            <pc:sldMk cId="0" sldId="265"/>
            <ac:spMk id="12" creationId="{00000000-0000-0000-0000-000000000000}"/>
          </ac:spMkLst>
        </pc:spChg>
      </pc:sldChg>
      <pc:sldChg chg="modSp mod modAnim modNotesTx">
        <pc:chgData name="John Hogue" userId="36b83df3-da7f-4749-bcb9-6943116e8a49" providerId="ADAL" clId="{231C83DC-AF7A-4A67-AF3C-1BFE3EDBF912}" dt="2026-05-11T17:49:04.363" v="924" actId="20577"/>
        <pc:sldMkLst>
          <pc:docMk/>
          <pc:sldMk cId="0" sldId="266"/>
        </pc:sldMkLst>
        <pc:spChg chg="mod">
          <ac:chgData name="John Hogue" userId="36b83df3-da7f-4749-bcb9-6943116e8a49" providerId="ADAL" clId="{231C83DC-AF7A-4A67-AF3C-1BFE3EDBF912}" dt="2026-05-11T16:30:06.294" v="693" actId="20577"/>
          <ac:spMkLst>
            <pc:docMk/>
            <pc:sldMk cId="0" sldId="266"/>
            <ac:spMk id="16" creationId="{00000000-0000-0000-0000-000000000000}"/>
          </ac:spMkLst>
        </pc:spChg>
      </pc:sldChg>
      <pc:sldChg chg="addSp modSp mod modAnim">
        <pc:chgData name="John Hogue" userId="36b83df3-da7f-4749-bcb9-6943116e8a49" providerId="ADAL" clId="{231C83DC-AF7A-4A67-AF3C-1BFE3EDBF912}" dt="2026-05-11T17:00:17.011" v="723"/>
        <pc:sldMkLst>
          <pc:docMk/>
          <pc:sldMk cId="0" sldId="267"/>
        </pc:sldMkLst>
        <pc:spChg chg="mod">
          <ac:chgData name="John Hogue" userId="36b83df3-da7f-4749-bcb9-6943116e8a49" providerId="ADAL" clId="{231C83DC-AF7A-4A67-AF3C-1BFE3EDBF912}" dt="2026-05-11T17:00:09.247" v="720" actId="20577"/>
          <ac:spMkLst>
            <pc:docMk/>
            <pc:sldMk cId="0" sldId="267"/>
            <ac:spMk id="23" creationId="{00000000-0000-0000-0000-000000000000}"/>
          </ac:spMkLst>
        </pc:spChg>
        <pc:spChg chg="add mod">
          <ac:chgData name="John Hogue" userId="36b83df3-da7f-4749-bcb9-6943116e8a49" providerId="ADAL" clId="{231C83DC-AF7A-4A67-AF3C-1BFE3EDBF912}" dt="2026-05-11T17:00:17.011" v="723"/>
          <ac:spMkLst>
            <pc:docMk/>
            <pc:sldMk cId="0" sldId="267"/>
            <ac:spMk id="24" creationId="{9F38A83B-925D-57FA-C1ED-BAB62E61FE81}"/>
          </ac:spMkLst>
        </pc:spChg>
      </pc:sldChg>
      <pc:sldChg chg="modSp mod">
        <pc:chgData name="John Hogue" userId="36b83df3-da7f-4749-bcb9-6943116e8a49" providerId="ADAL" clId="{231C83DC-AF7A-4A67-AF3C-1BFE3EDBF912}" dt="2026-05-11T17:00:38.873" v="724" actId="108"/>
        <pc:sldMkLst>
          <pc:docMk/>
          <pc:sldMk cId="0" sldId="268"/>
        </pc:sldMkLst>
        <pc:spChg chg="mod">
          <ac:chgData name="John Hogue" userId="36b83df3-da7f-4749-bcb9-6943116e8a49" providerId="ADAL" clId="{231C83DC-AF7A-4A67-AF3C-1BFE3EDBF912}" dt="2026-05-11T15:21:57.702" v="225" actId="20577"/>
          <ac:spMkLst>
            <pc:docMk/>
            <pc:sldMk cId="0" sldId="268"/>
            <ac:spMk id="4" creationId="{00000000-0000-0000-0000-000000000000}"/>
          </ac:spMkLst>
        </pc:spChg>
        <pc:spChg chg="mod">
          <ac:chgData name="John Hogue" userId="36b83df3-da7f-4749-bcb9-6943116e8a49" providerId="ADAL" clId="{231C83DC-AF7A-4A67-AF3C-1BFE3EDBF912}" dt="2026-05-11T17:00:38.873" v="724" actId="108"/>
          <ac:spMkLst>
            <pc:docMk/>
            <pc:sldMk cId="0" sldId="268"/>
            <ac:spMk id="6" creationId="{00000000-0000-0000-0000-000000000000}"/>
          </ac:spMkLst>
        </pc:spChg>
        <pc:spChg chg="mod">
          <ac:chgData name="John Hogue" userId="36b83df3-da7f-4749-bcb9-6943116e8a49" providerId="ADAL" clId="{231C83DC-AF7A-4A67-AF3C-1BFE3EDBF912}" dt="2026-05-11T15:17:49.416" v="178" actId="20577"/>
          <ac:spMkLst>
            <pc:docMk/>
            <pc:sldMk cId="0" sldId="268"/>
            <ac:spMk id="9" creationId="{00000000-0000-0000-0000-000000000000}"/>
          </ac:spMkLst>
        </pc:spChg>
        <pc:spChg chg="mod">
          <ac:chgData name="John Hogue" userId="36b83df3-da7f-4749-bcb9-6943116e8a49" providerId="ADAL" clId="{231C83DC-AF7A-4A67-AF3C-1BFE3EDBF912}" dt="2026-05-11T15:17:48.979" v="177" actId="20577"/>
          <ac:spMkLst>
            <pc:docMk/>
            <pc:sldMk cId="0" sldId="268"/>
            <ac:spMk id="13" creationId="{00000000-0000-0000-0000-000000000000}"/>
          </ac:spMkLst>
        </pc:spChg>
        <pc:spChg chg="mod">
          <ac:chgData name="John Hogue" userId="36b83df3-da7f-4749-bcb9-6943116e8a49" providerId="ADAL" clId="{231C83DC-AF7A-4A67-AF3C-1BFE3EDBF912}" dt="2026-05-11T15:19:53.689" v="223" actId="20577"/>
          <ac:spMkLst>
            <pc:docMk/>
            <pc:sldMk cId="0" sldId="268"/>
            <ac:spMk id="17" creationId="{00000000-0000-0000-0000-000000000000}"/>
          </ac:spMkLst>
        </pc:spChg>
        <pc:spChg chg="mod">
          <ac:chgData name="John Hogue" userId="36b83df3-da7f-4749-bcb9-6943116e8a49" providerId="ADAL" clId="{231C83DC-AF7A-4A67-AF3C-1BFE3EDBF912}" dt="2026-05-11T15:19:16.041" v="214" actId="20577"/>
          <ac:spMkLst>
            <pc:docMk/>
            <pc:sldMk cId="0" sldId="268"/>
            <ac:spMk id="18" creationId="{00000000-0000-0000-0000-000000000000}"/>
          </ac:spMkLst>
        </pc:spChg>
      </pc:sldChg>
      <pc:sldChg chg="addSp modSp mod modAnim modNotesTx">
        <pc:chgData name="John Hogue" userId="36b83df3-da7f-4749-bcb9-6943116e8a49" providerId="ADAL" clId="{231C83DC-AF7A-4A67-AF3C-1BFE3EDBF912}" dt="2026-05-11T18:03:25.686" v="925" actId="20577"/>
        <pc:sldMkLst>
          <pc:docMk/>
          <pc:sldMk cId="0" sldId="269"/>
        </pc:sldMkLst>
        <pc:spChg chg="add mod">
          <ac:chgData name="John Hogue" userId="36b83df3-da7f-4749-bcb9-6943116e8a49" providerId="ADAL" clId="{231C83DC-AF7A-4A67-AF3C-1BFE3EDBF912}" dt="2026-05-11T16:31:41.869" v="710" actId="208"/>
          <ac:spMkLst>
            <pc:docMk/>
            <pc:sldMk cId="0" sldId="269"/>
            <ac:spMk id="22" creationId="{BFA9C91A-BFE6-FA58-4EB8-4CE24C66A323}"/>
          </ac:spMkLst>
        </pc:spChg>
      </pc:sldChg>
      <pc:sldChg chg="add del">
        <pc:chgData name="John Hogue" userId="36b83df3-da7f-4749-bcb9-6943116e8a49" providerId="ADAL" clId="{231C83DC-AF7A-4A67-AF3C-1BFE3EDBF912}" dt="2026-05-11T16:10:55.969" v="557" actId="2696"/>
        <pc:sldMkLst>
          <pc:docMk/>
          <pc:sldMk cId="0" sldId="270"/>
        </pc:sldMkLst>
      </pc:sldChg>
      <pc:sldChg chg="del">
        <pc:chgData name="John Hogue" userId="36b83df3-da7f-4749-bcb9-6943116e8a49" providerId="ADAL" clId="{231C83DC-AF7A-4A67-AF3C-1BFE3EDBF912}" dt="2026-05-11T15:13:58.521" v="19" actId="47"/>
        <pc:sldMkLst>
          <pc:docMk/>
          <pc:sldMk cId="0" sldId="271"/>
        </pc:sldMkLst>
      </pc:sldChg>
      <pc:sldChg chg="modSp mod">
        <pc:chgData name="John Hogue" userId="36b83df3-da7f-4749-bcb9-6943116e8a49" providerId="ADAL" clId="{231C83DC-AF7A-4A67-AF3C-1BFE3EDBF912}" dt="2026-05-11T15:16:14.754" v="158" actId="20577"/>
        <pc:sldMkLst>
          <pc:docMk/>
          <pc:sldMk cId="0" sldId="272"/>
        </pc:sldMkLst>
        <pc:spChg chg="mod">
          <ac:chgData name="John Hogue" userId="36b83df3-da7f-4749-bcb9-6943116e8a49" providerId="ADAL" clId="{231C83DC-AF7A-4A67-AF3C-1BFE3EDBF912}" dt="2026-05-11T15:16:14.754" v="158" actId="20577"/>
          <ac:spMkLst>
            <pc:docMk/>
            <pc:sldMk cId="0" sldId="272"/>
            <ac:spMk id="7" creationId="{00000000-0000-0000-0000-000000000000}"/>
          </ac:spMkLst>
        </pc:spChg>
        <pc:spChg chg="mod">
          <ac:chgData name="John Hogue" userId="36b83df3-da7f-4749-bcb9-6943116e8a49" providerId="ADAL" clId="{231C83DC-AF7A-4A67-AF3C-1BFE3EDBF912}" dt="2026-05-11T15:16:02.095" v="139" actId="20577"/>
          <ac:spMkLst>
            <pc:docMk/>
            <pc:sldMk cId="0" sldId="272"/>
            <ac:spMk id="9" creationId="{00000000-0000-0000-0000-000000000000}"/>
          </ac:spMkLst>
        </pc:spChg>
      </pc:sldChg>
      <pc:sldChg chg="addSp delSp modSp mod">
        <pc:chgData name="John Hogue" userId="36b83df3-da7f-4749-bcb9-6943116e8a49" providerId="ADAL" clId="{231C83DC-AF7A-4A67-AF3C-1BFE3EDBF912}" dt="2026-05-11T16:34:38.019" v="717" actId="12788"/>
        <pc:sldMkLst>
          <pc:docMk/>
          <pc:sldMk cId="0" sldId="273"/>
        </pc:sldMkLst>
        <pc:spChg chg="del">
          <ac:chgData name="John Hogue" userId="36b83df3-da7f-4749-bcb9-6943116e8a49" providerId="ADAL" clId="{231C83DC-AF7A-4A67-AF3C-1BFE3EDBF912}" dt="2026-05-11T15:15:01.588" v="84" actId="478"/>
          <ac:spMkLst>
            <pc:docMk/>
            <pc:sldMk cId="0" sldId="273"/>
            <ac:spMk id="4" creationId="{00000000-0000-0000-0000-000000000000}"/>
          </ac:spMkLst>
        </pc:spChg>
        <pc:spChg chg="del mod">
          <ac:chgData name="John Hogue" userId="36b83df3-da7f-4749-bcb9-6943116e8a49" providerId="ADAL" clId="{231C83DC-AF7A-4A67-AF3C-1BFE3EDBF912}" dt="2026-05-11T15:14:55.636" v="81" actId="478"/>
          <ac:spMkLst>
            <pc:docMk/>
            <pc:sldMk cId="0" sldId="273"/>
            <ac:spMk id="5" creationId="{00000000-0000-0000-0000-000000000000}"/>
          </ac:spMkLst>
        </pc:spChg>
        <pc:spChg chg="add mod">
          <ac:chgData name="John Hogue" userId="36b83df3-da7f-4749-bcb9-6943116e8a49" providerId="ADAL" clId="{231C83DC-AF7A-4A67-AF3C-1BFE3EDBF912}" dt="2026-05-11T16:34:26.372" v="714" actId="122"/>
          <ac:spMkLst>
            <pc:docMk/>
            <pc:sldMk cId="0" sldId="273"/>
            <ac:spMk id="6" creationId="{A6E1CCCE-A1D5-77EC-FF47-A00730C81D99}"/>
          </ac:spMkLst>
        </pc:spChg>
        <pc:spChg chg="add mod">
          <ac:chgData name="John Hogue" userId="36b83df3-da7f-4749-bcb9-6943116e8a49" providerId="ADAL" clId="{231C83DC-AF7A-4A67-AF3C-1BFE3EDBF912}" dt="2026-05-11T16:34:32.388" v="715" actId="12788"/>
          <ac:spMkLst>
            <pc:docMk/>
            <pc:sldMk cId="0" sldId="273"/>
            <ac:spMk id="7" creationId="{8C04F11D-C07C-49C3-A584-CDF352AA2DE0}"/>
          </ac:spMkLst>
        </pc:spChg>
        <pc:spChg chg="add mod">
          <ac:chgData name="John Hogue" userId="36b83df3-da7f-4749-bcb9-6943116e8a49" providerId="ADAL" clId="{231C83DC-AF7A-4A67-AF3C-1BFE3EDBF912}" dt="2026-05-11T16:34:38.019" v="717" actId="12788"/>
          <ac:spMkLst>
            <pc:docMk/>
            <pc:sldMk cId="0" sldId="273"/>
            <ac:spMk id="8" creationId="{A4DD42B8-2322-B2AD-8366-219D8E7AC694}"/>
          </ac:spMkLst>
        </pc:spChg>
      </pc:sldChg>
      <pc:sldChg chg="modSp mod">
        <pc:chgData name="John Hogue" userId="36b83df3-da7f-4749-bcb9-6943116e8a49" providerId="ADAL" clId="{231C83DC-AF7A-4A67-AF3C-1BFE3EDBF912}" dt="2026-05-11T16:18:38.036" v="573" actId="12788"/>
        <pc:sldMkLst>
          <pc:docMk/>
          <pc:sldMk cId="3316573939" sldId="274"/>
        </pc:sldMkLst>
        <pc:spChg chg="mod">
          <ac:chgData name="John Hogue" userId="36b83df3-da7f-4749-bcb9-6943116e8a49" providerId="ADAL" clId="{231C83DC-AF7A-4A67-AF3C-1BFE3EDBF912}" dt="2026-05-11T16:18:20.664" v="569" actId="122"/>
          <ac:spMkLst>
            <pc:docMk/>
            <pc:sldMk cId="3316573939" sldId="274"/>
            <ac:spMk id="3" creationId="{6C7CF442-B12E-B659-C478-36ECDD7ABFAB}"/>
          </ac:spMkLst>
        </pc:spChg>
        <pc:spChg chg="mod">
          <ac:chgData name="John Hogue" userId="36b83df3-da7f-4749-bcb9-6943116e8a49" providerId="ADAL" clId="{231C83DC-AF7A-4A67-AF3C-1BFE3EDBF912}" dt="2026-05-11T16:18:26.815" v="570" actId="122"/>
          <ac:spMkLst>
            <pc:docMk/>
            <pc:sldMk cId="3316573939" sldId="274"/>
            <ac:spMk id="4" creationId="{233E75A0-73FB-83AA-B0DE-2DCC3C43AD13}"/>
          </ac:spMkLst>
        </pc:spChg>
        <pc:spChg chg="mod">
          <ac:chgData name="John Hogue" userId="36b83df3-da7f-4749-bcb9-6943116e8a49" providerId="ADAL" clId="{231C83DC-AF7A-4A67-AF3C-1BFE3EDBF912}" dt="2026-05-11T16:18:33.108" v="571" actId="12788"/>
          <ac:spMkLst>
            <pc:docMk/>
            <pc:sldMk cId="3316573939" sldId="274"/>
            <ac:spMk id="5" creationId="{F1B2E01E-020A-B6E8-D153-4950EA33AAEA}"/>
          </ac:spMkLst>
        </pc:spChg>
        <pc:spChg chg="mod">
          <ac:chgData name="John Hogue" userId="36b83df3-da7f-4749-bcb9-6943116e8a49" providerId="ADAL" clId="{231C83DC-AF7A-4A67-AF3C-1BFE3EDBF912}" dt="2026-05-11T16:18:38.036" v="573" actId="12788"/>
          <ac:spMkLst>
            <pc:docMk/>
            <pc:sldMk cId="3316573939" sldId="274"/>
            <ac:spMk id="6" creationId="{EFF6B013-6225-88F4-0704-025B2A41C791}"/>
          </ac:spMkLst>
        </pc:spChg>
      </pc:sldChg>
      <pc:sldChg chg="delSp modSp add del mod setBg">
        <pc:chgData name="John Hogue" userId="36b83df3-da7f-4749-bcb9-6943116e8a49" providerId="ADAL" clId="{231C83DC-AF7A-4A67-AF3C-1BFE3EDBF912}" dt="2026-04-18T16:09:46.159" v="11" actId="478"/>
        <pc:sldMkLst>
          <pc:docMk/>
          <pc:sldMk cId="0" sldId="275"/>
        </pc:sldMkLst>
        <pc:spChg chg="mod">
          <ac:chgData name="John Hogue" userId="36b83df3-da7f-4749-bcb9-6943116e8a49" providerId="ADAL" clId="{231C83DC-AF7A-4A67-AF3C-1BFE3EDBF912}" dt="2026-04-18T16:09:08.261" v="8" actId="1076"/>
          <ac:spMkLst>
            <pc:docMk/>
            <pc:sldMk cId="0" sldId="275"/>
            <ac:spMk id="27" creationId="{00000000-0000-0000-0000-000000000000}"/>
          </ac:spMkLst>
        </pc:spChg>
      </pc:sldChg>
      <pc:sldChg chg="addSp delSp modSp add mod">
        <pc:chgData name="John Hogue" userId="36b83df3-da7f-4749-bcb9-6943116e8a49" providerId="ADAL" clId="{231C83DC-AF7A-4A67-AF3C-1BFE3EDBF912}" dt="2026-04-18T16:10:12.680" v="16" actId="14100"/>
        <pc:sldMkLst>
          <pc:docMk/>
          <pc:sldMk cId="0" sldId="276"/>
        </pc:sldMkLst>
        <pc:spChg chg="add mod">
          <ac:chgData name="John Hogue" userId="36b83df3-da7f-4749-bcb9-6943116e8a49" providerId="ADAL" clId="{231C83DC-AF7A-4A67-AF3C-1BFE3EDBF912}" dt="2026-04-18T16:10:12.680" v="16" actId="14100"/>
          <ac:spMkLst>
            <pc:docMk/>
            <pc:sldMk cId="0" sldId="276"/>
            <ac:spMk id="24" creationId="{8542245E-B30D-0D03-4202-BFA7D14FC736}"/>
          </ac:spMkLst>
        </pc:spChg>
        <pc:spChg chg="add mod">
          <ac:chgData name="John Hogue" userId="36b83df3-da7f-4749-bcb9-6943116e8a49" providerId="ADAL" clId="{231C83DC-AF7A-4A67-AF3C-1BFE3EDBF912}" dt="2026-04-18T16:09:34.039" v="9"/>
          <ac:spMkLst>
            <pc:docMk/>
            <pc:sldMk cId="0" sldId="276"/>
            <ac:spMk id="25" creationId="{128D2076-E347-74F5-7979-999920171BA4}"/>
          </ac:spMkLst>
        </pc:spChg>
        <pc:spChg chg="add mod">
          <ac:chgData name="John Hogue" userId="36b83df3-da7f-4749-bcb9-6943116e8a49" providerId="ADAL" clId="{231C83DC-AF7A-4A67-AF3C-1BFE3EDBF912}" dt="2026-04-18T16:10:02.629" v="14"/>
          <ac:spMkLst>
            <pc:docMk/>
            <pc:sldMk cId="0" sldId="276"/>
            <ac:spMk id="26" creationId="{CEF0C2F0-52A5-9D77-0FE8-0AD77317AB3D}"/>
          </ac:spMkLst>
        </pc:spChg>
      </pc:sldChg>
      <pc:sldChg chg="addSp delSp modSp add mod modAnim">
        <pc:chgData name="John Hogue" userId="36b83df3-da7f-4749-bcb9-6943116e8a49" providerId="ADAL" clId="{231C83DC-AF7A-4A67-AF3C-1BFE3EDBF912}" dt="2026-05-11T16:28:02.897" v="678"/>
        <pc:sldMkLst>
          <pc:docMk/>
          <pc:sldMk cId="0" sldId="277"/>
        </pc:sldMkLst>
        <pc:spChg chg="mod">
          <ac:chgData name="John Hogue" userId="36b83df3-da7f-4749-bcb9-6943116e8a49" providerId="ADAL" clId="{231C83DC-AF7A-4A67-AF3C-1BFE3EDBF912}" dt="2026-05-11T16:20:03.811" v="589" actId="14100"/>
          <ac:spMkLst>
            <pc:docMk/>
            <pc:sldMk cId="0" sldId="277"/>
            <ac:spMk id="2" creationId="{00000000-0000-0000-0000-000000000000}"/>
          </ac:spMkLst>
        </pc:spChg>
        <pc:spChg chg="del">
          <ac:chgData name="John Hogue" userId="36b83df3-da7f-4749-bcb9-6943116e8a49" providerId="ADAL" clId="{231C83DC-AF7A-4A67-AF3C-1BFE3EDBF912}" dt="2026-05-11T16:19:30.156" v="574" actId="478"/>
          <ac:spMkLst>
            <pc:docMk/>
            <pc:sldMk cId="0" sldId="277"/>
            <ac:spMk id="3" creationId="{00000000-0000-0000-0000-000000000000}"/>
          </ac:spMkLst>
        </pc:spChg>
        <pc:spChg chg="mod">
          <ac:chgData name="John Hogue" userId="36b83df3-da7f-4749-bcb9-6943116e8a49" providerId="ADAL" clId="{231C83DC-AF7A-4A67-AF3C-1BFE3EDBF912}" dt="2026-05-11T15:50:20.031" v="301" actId="108"/>
          <ac:spMkLst>
            <pc:docMk/>
            <pc:sldMk cId="0" sldId="277"/>
            <ac:spMk id="4" creationId="{00000000-0000-0000-0000-000000000000}"/>
          </ac:spMkLst>
        </pc:spChg>
        <pc:spChg chg="mod">
          <ac:chgData name="John Hogue" userId="36b83df3-da7f-4749-bcb9-6943116e8a49" providerId="ADAL" clId="{231C83DC-AF7A-4A67-AF3C-1BFE3EDBF912}" dt="2026-05-11T16:24:02.820" v="599" actId="403"/>
          <ac:spMkLst>
            <pc:docMk/>
            <pc:sldMk cId="0" sldId="277"/>
            <ac:spMk id="5" creationId="{00000000-0000-0000-0000-000000000000}"/>
          </ac:spMkLst>
        </pc:spChg>
        <pc:spChg chg="mod">
          <ac:chgData name="John Hogue" userId="36b83df3-da7f-4749-bcb9-6943116e8a49" providerId="ADAL" clId="{231C83DC-AF7A-4A67-AF3C-1BFE3EDBF912}" dt="2026-05-11T15:53:11.898" v="324"/>
          <ac:spMkLst>
            <pc:docMk/>
            <pc:sldMk cId="0" sldId="277"/>
            <ac:spMk id="6" creationId="{00000000-0000-0000-0000-000000000000}"/>
          </ac:spMkLst>
        </pc:spChg>
        <pc:spChg chg="mod">
          <ac:chgData name="John Hogue" userId="36b83df3-da7f-4749-bcb9-6943116e8a49" providerId="ADAL" clId="{231C83DC-AF7A-4A67-AF3C-1BFE3EDBF912}" dt="2026-05-11T16:24:13.267" v="607" actId="403"/>
          <ac:spMkLst>
            <pc:docMk/>
            <pc:sldMk cId="0" sldId="277"/>
            <ac:spMk id="7" creationId="{00000000-0000-0000-0000-000000000000}"/>
          </ac:spMkLst>
        </pc:spChg>
        <pc:spChg chg="mod">
          <ac:chgData name="John Hogue" userId="36b83df3-da7f-4749-bcb9-6943116e8a49" providerId="ADAL" clId="{231C83DC-AF7A-4A67-AF3C-1BFE3EDBF912}" dt="2026-05-11T16:24:16.523" v="609" actId="403"/>
          <ac:spMkLst>
            <pc:docMk/>
            <pc:sldMk cId="0" sldId="277"/>
            <ac:spMk id="9" creationId="{00000000-0000-0000-0000-000000000000}"/>
          </ac:spMkLst>
        </pc:spChg>
        <pc:spChg chg="mod">
          <ac:chgData name="John Hogue" userId="36b83df3-da7f-4749-bcb9-6943116e8a49" providerId="ADAL" clId="{231C83DC-AF7A-4A67-AF3C-1BFE3EDBF912}" dt="2026-05-11T16:24:18.907" v="611" actId="403"/>
          <ac:spMkLst>
            <pc:docMk/>
            <pc:sldMk cId="0" sldId="277"/>
            <ac:spMk id="10" creationId="{00000000-0000-0000-0000-000000000000}"/>
          </ac:spMkLst>
        </pc:spChg>
        <pc:spChg chg="mod">
          <ac:chgData name="John Hogue" userId="36b83df3-da7f-4749-bcb9-6943116e8a49" providerId="ADAL" clId="{231C83DC-AF7A-4A67-AF3C-1BFE3EDBF912}" dt="2026-05-11T15:53:27.303" v="327"/>
          <ac:spMkLst>
            <pc:docMk/>
            <pc:sldMk cId="0" sldId="277"/>
            <ac:spMk id="12" creationId="{00000000-0000-0000-0000-000000000000}"/>
          </ac:spMkLst>
        </pc:spChg>
        <pc:spChg chg="mod">
          <ac:chgData name="John Hogue" userId="36b83df3-da7f-4749-bcb9-6943116e8a49" providerId="ADAL" clId="{231C83DC-AF7A-4A67-AF3C-1BFE3EDBF912}" dt="2026-05-11T15:53:19.600" v="325"/>
          <ac:spMkLst>
            <pc:docMk/>
            <pc:sldMk cId="0" sldId="277"/>
            <ac:spMk id="13" creationId="{00000000-0000-0000-0000-000000000000}"/>
          </ac:spMkLst>
        </pc:spChg>
        <pc:spChg chg="mod">
          <ac:chgData name="John Hogue" userId="36b83df3-da7f-4749-bcb9-6943116e8a49" providerId="ADAL" clId="{231C83DC-AF7A-4A67-AF3C-1BFE3EDBF912}" dt="2026-05-11T16:24:07.980" v="605" actId="404"/>
          <ac:spMkLst>
            <pc:docMk/>
            <pc:sldMk cId="0" sldId="277"/>
            <ac:spMk id="14" creationId="{00000000-0000-0000-0000-000000000000}"/>
          </ac:spMkLst>
        </pc:spChg>
        <pc:spChg chg="mod">
          <ac:chgData name="John Hogue" userId="36b83df3-da7f-4749-bcb9-6943116e8a49" providerId="ADAL" clId="{231C83DC-AF7A-4A67-AF3C-1BFE3EDBF912}" dt="2026-05-11T15:53:08.297" v="323"/>
          <ac:spMkLst>
            <pc:docMk/>
            <pc:sldMk cId="0" sldId="277"/>
            <ac:spMk id="15" creationId="{00000000-0000-0000-0000-000000000000}"/>
          </ac:spMkLst>
        </pc:spChg>
        <pc:spChg chg="mod">
          <ac:chgData name="John Hogue" userId="36b83df3-da7f-4749-bcb9-6943116e8a49" providerId="ADAL" clId="{231C83DC-AF7A-4A67-AF3C-1BFE3EDBF912}" dt="2026-05-11T16:24:42.765" v="622" actId="403"/>
          <ac:spMkLst>
            <pc:docMk/>
            <pc:sldMk cId="0" sldId="277"/>
            <ac:spMk id="16" creationId="{00000000-0000-0000-0000-000000000000}"/>
          </ac:spMkLst>
        </pc:spChg>
        <pc:spChg chg="mod">
          <ac:chgData name="John Hogue" userId="36b83df3-da7f-4749-bcb9-6943116e8a49" providerId="ADAL" clId="{231C83DC-AF7A-4A67-AF3C-1BFE3EDBF912}" dt="2026-05-11T16:24:21.254" v="613" actId="403"/>
          <ac:spMkLst>
            <pc:docMk/>
            <pc:sldMk cId="0" sldId="277"/>
            <ac:spMk id="18" creationId="{00000000-0000-0000-0000-000000000000}"/>
          </ac:spMkLst>
        </pc:spChg>
        <pc:spChg chg="mod">
          <ac:chgData name="John Hogue" userId="36b83df3-da7f-4749-bcb9-6943116e8a49" providerId="ADAL" clId="{231C83DC-AF7A-4A67-AF3C-1BFE3EDBF912}" dt="2026-05-11T16:24:40.257" v="620" actId="14100"/>
          <ac:spMkLst>
            <pc:docMk/>
            <pc:sldMk cId="0" sldId="277"/>
            <ac:spMk id="19" creationId="{00000000-0000-0000-0000-000000000000}"/>
          </ac:spMkLst>
        </pc:spChg>
        <pc:spChg chg="mod">
          <ac:chgData name="John Hogue" userId="36b83df3-da7f-4749-bcb9-6943116e8a49" providerId="ADAL" clId="{231C83DC-AF7A-4A67-AF3C-1BFE3EDBF912}" dt="2026-05-11T15:53:30.558" v="328"/>
          <ac:spMkLst>
            <pc:docMk/>
            <pc:sldMk cId="0" sldId="277"/>
            <ac:spMk id="21" creationId="{00000000-0000-0000-0000-000000000000}"/>
          </ac:spMkLst>
        </pc:spChg>
        <pc:spChg chg="mod">
          <ac:chgData name="John Hogue" userId="36b83df3-da7f-4749-bcb9-6943116e8a49" providerId="ADAL" clId="{231C83DC-AF7A-4A67-AF3C-1BFE3EDBF912}" dt="2026-05-11T15:53:23.298" v="326"/>
          <ac:spMkLst>
            <pc:docMk/>
            <pc:sldMk cId="0" sldId="277"/>
            <ac:spMk id="22" creationId="{00000000-0000-0000-0000-000000000000}"/>
          </ac:spMkLst>
        </pc:spChg>
        <pc:picChg chg="add del mod">
          <ac:chgData name="John Hogue" userId="36b83df3-da7f-4749-bcb9-6943116e8a49" providerId="ADAL" clId="{231C83DC-AF7A-4A67-AF3C-1BFE3EDBF912}" dt="2026-05-11T16:19:41.325" v="578" actId="21"/>
          <ac:picMkLst>
            <pc:docMk/>
            <pc:sldMk cId="0" sldId="277"/>
            <ac:picMk id="11" creationId="{A69706FF-2A32-B64D-2CD3-C9673B0FB138}"/>
          </ac:picMkLst>
        </pc:picChg>
        <pc:picChg chg="add mod">
          <ac:chgData name="John Hogue" userId="36b83df3-da7f-4749-bcb9-6943116e8a49" providerId="ADAL" clId="{231C83DC-AF7A-4A67-AF3C-1BFE3EDBF912}" dt="2026-05-11T16:20:00.992" v="588" actId="14100"/>
          <ac:picMkLst>
            <pc:docMk/>
            <pc:sldMk cId="0" sldId="277"/>
            <ac:picMk id="25" creationId="{A69706FF-2A32-B64D-2CD3-C9673B0FB138}"/>
          </ac:picMkLst>
        </pc:picChg>
      </pc:sldChg>
      <pc:sldChg chg="addSp delSp modSp add del mod setBg modAnim">
        <pc:chgData name="John Hogue" userId="36b83df3-da7f-4749-bcb9-6943116e8a49" providerId="ADAL" clId="{231C83DC-AF7A-4A67-AF3C-1BFE3EDBF912}" dt="2026-05-11T16:28:05.680" v="679"/>
        <pc:sldMkLst>
          <pc:docMk/>
          <pc:sldMk cId="0" sldId="278"/>
        </pc:sldMkLst>
        <pc:spChg chg="mod">
          <ac:chgData name="John Hogue" userId="36b83df3-da7f-4749-bcb9-6943116e8a49" providerId="ADAL" clId="{231C83DC-AF7A-4A67-AF3C-1BFE3EDBF912}" dt="2026-05-11T16:04:30.385" v="451" actId="14100"/>
          <ac:spMkLst>
            <pc:docMk/>
            <pc:sldMk cId="0" sldId="278"/>
            <ac:spMk id="2" creationId="{00000000-0000-0000-0000-000000000000}"/>
          </ac:spMkLst>
        </pc:spChg>
        <pc:spChg chg="mod">
          <ac:chgData name="John Hogue" userId="36b83df3-da7f-4749-bcb9-6943116e8a49" providerId="ADAL" clId="{231C83DC-AF7A-4A67-AF3C-1BFE3EDBF912}" dt="2026-05-11T16:05:26.709" v="508" actId="20577"/>
          <ac:spMkLst>
            <pc:docMk/>
            <pc:sldMk cId="0" sldId="278"/>
            <ac:spMk id="3" creationId="{00000000-0000-0000-0000-000000000000}"/>
          </ac:spMkLst>
        </pc:spChg>
        <pc:spChg chg="mod">
          <ac:chgData name="John Hogue" userId="36b83df3-da7f-4749-bcb9-6943116e8a49" providerId="ADAL" clId="{231C83DC-AF7A-4A67-AF3C-1BFE3EDBF912}" dt="2026-05-11T15:46:07.518" v="284"/>
          <ac:spMkLst>
            <pc:docMk/>
            <pc:sldMk cId="0" sldId="278"/>
            <ac:spMk id="5" creationId="{00000000-0000-0000-0000-000000000000}"/>
          </ac:spMkLst>
        </pc:spChg>
        <pc:spChg chg="mod">
          <ac:chgData name="John Hogue" userId="36b83df3-da7f-4749-bcb9-6943116e8a49" providerId="ADAL" clId="{231C83DC-AF7A-4A67-AF3C-1BFE3EDBF912}" dt="2026-05-11T15:45:30.019" v="273" actId="122"/>
          <ac:spMkLst>
            <pc:docMk/>
            <pc:sldMk cId="0" sldId="278"/>
            <ac:spMk id="13" creationId="{00000000-0000-0000-0000-000000000000}"/>
          </ac:spMkLst>
        </pc:spChg>
        <pc:spChg chg="mod">
          <ac:chgData name="John Hogue" userId="36b83df3-da7f-4749-bcb9-6943116e8a49" providerId="ADAL" clId="{231C83DC-AF7A-4A67-AF3C-1BFE3EDBF912}" dt="2026-05-11T15:45:43.405" v="278" actId="403"/>
          <ac:spMkLst>
            <pc:docMk/>
            <pc:sldMk cId="0" sldId="278"/>
            <ac:spMk id="14" creationId="{00000000-0000-0000-0000-000000000000}"/>
          </ac:spMkLst>
        </pc:spChg>
        <pc:spChg chg="mod">
          <ac:chgData name="John Hogue" userId="36b83df3-da7f-4749-bcb9-6943116e8a49" providerId="ADAL" clId="{231C83DC-AF7A-4A67-AF3C-1BFE3EDBF912}" dt="2026-05-11T15:45:58.032" v="283" actId="122"/>
          <ac:spMkLst>
            <pc:docMk/>
            <pc:sldMk cId="0" sldId="278"/>
            <ac:spMk id="17" creationId="{00000000-0000-0000-0000-000000000000}"/>
          </ac:spMkLst>
        </pc:spChg>
        <pc:spChg chg="mod">
          <ac:chgData name="John Hogue" userId="36b83df3-da7f-4749-bcb9-6943116e8a49" providerId="ADAL" clId="{231C83DC-AF7A-4A67-AF3C-1BFE3EDBF912}" dt="2026-05-11T15:45:46.743" v="280" actId="403"/>
          <ac:spMkLst>
            <pc:docMk/>
            <pc:sldMk cId="0" sldId="278"/>
            <ac:spMk id="18" creationId="{00000000-0000-0000-0000-000000000000}"/>
          </ac:spMkLst>
        </pc:spChg>
        <pc:spChg chg="mod">
          <ac:chgData name="John Hogue" userId="36b83df3-da7f-4749-bcb9-6943116e8a49" providerId="ADAL" clId="{231C83DC-AF7A-4A67-AF3C-1BFE3EDBF912}" dt="2026-05-11T15:45:27.784" v="272" actId="122"/>
          <ac:spMkLst>
            <pc:docMk/>
            <pc:sldMk cId="0" sldId="278"/>
            <ac:spMk id="21" creationId="{00000000-0000-0000-0000-000000000000}"/>
          </ac:spMkLst>
        </pc:spChg>
        <pc:spChg chg="mod">
          <ac:chgData name="John Hogue" userId="36b83df3-da7f-4749-bcb9-6943116e8a49" providerId="ADAL" clId="{231C83DC-AF7A-4A67-AF3C-1BFE3EDBF912}" dt="2026-05-11T15:52:49.110" v="322" actId="114"/>
          <ac:spMkLst>
            <pc:docMk/>
            <pc:sldMk cId="0" sldId="278"/>
            <ac:spMk id="22" creationId="{00000000-0000-0000-0000-000000000000}"/>
          </ac:spMkLst>
        </pc:spChg>
        <pc:spChg chg="mod">
          <ac:chgData name="John Hogue" userId="36b83df3-da7f-4749-bcb9-6943116e8a49" providerId="ADAL" clId="{231C83DC-AF7A-4A67-AF3C-1BFE3EDBF912}" dt="2026-05-11T15:46:48.805" v="287" actId="122"/>
          <ac:spMkLst>
            <pc:docMk/>
            <pc:sldMk cId="0" sldId="278"/>
            <ac:spMk id="23" creationId="{00000000-0000-0000-0000-000000000000}"/>
          </ac:spMkLst>
        </pc:spChg>
        <pc:picChg chg="add del mod">
          <ac:chgData name="John Hogue" userId="36b83df3-da7f-4749-bcb9-6943116e8a49" providerId="ADAL" clId="{231C83DC-AF7A-4A67-AF3C-1BFE3EDBF912}" dt="2026-05-11T16:02:30.889" v="393" actId="478"/>
          <ac:picMkLst>
            <pc:docMk/>
            <pc:sldMk cId="0" sldId="278"/>
            <ac:picMk id="25" creationId="{8F17F722-A872-3275-3A70-462779DDB0E4}"/>
          </ac:picMkLst>
        </pc:picChg>
        <pc:picChg chg="add mod">
          <ac:chgData name="John Hogue" userId="36b83df3-da7f-4749-bcb9-6943116e8a49" providerId="ADAL" clId="{231C83DC-AF7A-4A67-AF3C-1BFE3EDBF912}" dt="2026-05-11T16:03:24.204" v="403" actId="1076"/>
          <ac:picMkLst>
            <pc:docMk/>
            <pc:sldMk cId="0" sldId="278"/>
            <ac:picMk id="26" creationId="{53F3C45A-8682-2497-B1F0-A7FE1A6B0894}"/>
          </ac:picMkLst>
        </pc:picChg>
      </pc:sldChg>
      <pc:sldChg chg="addSp modSp add mod ord modAnim modNotesTx">
        <pc:chgData name="John Hogue" userId="36b83df3-da7f-4749-bcb9-6943116e8a49" providerId="ADAL" clId="{231C83DC-AF7A-4A67-AF3C-1BFE3EDBF912}" dt="2026-05-11T17:43:07.877" v="922" actId="20577"/>
        <pc:sldMkLst>
          <pc:docMk/>
          <pc:sldMk cId="0" sldId="279"/>
        </pc:sldMkLst>
        <pc:spChg chg="mod">
          <ac:chgData name="John Hogue" userId="36b83df3-da7f-4749-bcb9-6943116e8a49" providerId="ADAL" clId="{231C83DC-AF7A-4A67-AF3C-1BFE3EDBF912}" dt="2026-05-11T16:04:13.314" v="440" actId="14100"/>
          <ac:spMkLst>
            <pc:docMk/>
            <pc:sldMk cId="0" sldId="279"/>
            <ac:spMk id="2" creationId="{00000000-0000-0000-0000-000000000000}"/>
          </ac:spMkLst>
        </pc:spChg>
        <pc:spChg chg="mod">
          <ac:chgData name="John Hogue" userId="36b83df3-da7f-4749-bcb9-6943116e8a49" providerId="ADAL" clId="{231C83DC-AF7A-4A67-AF3C-1BFE3EDBF912}" dt="2026-05-11T16:05:44.174" v="512" actId="403"/>
          <ac:spMkLst>
            <pc:docMk/>
            <pc:sldMk cId="0" sldId="279"/>
            <ac:spMk id="7" creationId="{00000000-0000-0000-0000-000000000000}"/>
          </ac:spMkLst>
        </pc:spChg>
        <pc:spChg chg="mod">
          <ac:chgData name="John Hogue" userId="36b83df3-da7f-4749-bcb9-6943116e8a49" providerId="ADAL" clId="{231C83DC-AF7A-4A67-AF3C-1BFE3EDBF912}" dt="2026-05-11T16:05:39.921" v="511" actId="403"/>
          <ac:spMkLst>
            <pc:docMk/>
            <pc:sldMk cId="0" sldId="279"/>
            <ac:spMk id="8" creationId="{00000000-0000-0000-0000-000000000000}"/>
          </ac:spMkLst>
        </pc:spChg>
        <pc:spChg chg="mod">
          <ac:chgData name="John Hogue" userId="36b83df3-da7f-4749-bcb9-6943116e8a49" providerId="ADAL" clId="{231C83DC-AF7A-4A67-AF3C-1BFE3EDBF912}" dt="2026-05-11T16:05:57.072" v="517" actId="14100"/>
          <ac:spMkLst>
            <pc:docMk/>
            <pc:sldMk cId="0" sldId="279"/>
            <ac:spMk id="13" creationId="{00000000-0000-0000-0000-000000000000}"/>
          </ac:spMkLst>
        </pc:spChg>
        <pc:spChg chg="mod">
          <ac:chgData name="John Hogue" userId="36b83df3-da7f-4749-bcb9-6943116e8a49" providerId="ADAL" clId="{231C83DC-AF7A-4A67-AF3C-1BFE3EDBF912}" dt="2026-05-11T16:06:02.661" v="520" actId="403"/>
          <ac:spMkLst>
            <pc:docMk/>
            <pc:sldMk cId="0" sldId="279"/>
            <ac:spMk id="14" creationId="{00000000-0000-0000-0000-000000000000}"/>
          </ac:spMkLst>
        </pc:spChg>
        <pc:spChg chg="mod">
          <ac:chgData name="John Hogue" userId="36b83df3-da7f-4749-bcb9-6943116e8a49" providerId="ADAL" clId="{231C83DC-AF7A-4A67-AF3C-1BFE3EDBF912}" dt="2026-05-11T16:05:50.856" v="514" actId="403"/>
          <ac:spMkLst>
            <pc:docMk/>
            <pc:sldMk cId="0" sldId="279"/>
            <ac:spMk id="19" creationId="{00000000-0000-0000-0000-000000000000}"/>
          </ac:spMkLst>
        </pc:spChg>
        <pc:spChg chg="mod">
          <ac:chgData name="John Hogue" userId="36b83df3-da7f-4749-bcb9-6943116e8a49" providerId="ADAL" clId="{231C83DC-AF7A-4A67-AF3C-1BFE3EDBF912}" dt="2026-05-11T16:06:05.594" v="523" actId="403"/>
          <ac:spMkLst>
            <pc:docMk/>
            <pc:sldMk cId="0" sldId="279"/>
            <ac:spMk id="20" creationId="{00000000-0000-0000-0000-000000000000}"/>
          </ac:spMkLst>
        </pc:spChg>
        <pc:spChg chg="mod">
          <ac:chgData name="John Hogue" userId="36b83df3-da7f-4749-bcb9-6943116e8a49" providerId="ADAL" clId="{231C83DC-AF7A-4A67-AF3C-1BFE3EDBF912}" dt="2026-05-11T16:05:52.859" v="515" actId="403"/>
          <ac:spMkLst>
            <pc:docMk/>
            <pc:sldMk cId="0" sldId="279"/>
            <ac:spMk id="25" creationId="{00000000-0000-0000-0000-000000000000}"/>
          </ac:spMkLst>
        </pc:spChg>
        <pc:spChg chg="mod">
          <ac:chgData name="John Hogue" userId="36b83df3-da7f-4749-bcb9-6943116e8a49" providerId="ADAL" clId="{231C83DC-AF7A-4A67-AF3C-1BFE3EDBF912}" dt="2026-05-11T16:06:08.353" v="526" actId="403"/>
          <ac:spMkLst>
            <pc:docMk/>
            <pc:sldMk cId="0" sldId="279"/>
            <ac:spMk id="26" creationId="{00000000-0000-0000-0000-000000000000}"/>
          </ac:spMkLst>
        </pc:spChg>
        <pc:spChg chg="mod">
          <ac:chgData name="John Hogue" userId="36b83df3-da7f-4749-bcb9-6943116e8a49" providerId="ADAL" clId="{231C83DC-AF7A-4A67-AF3C-1BFE3EDBF912}" dt="2026-05-11T16:05:54.816" v="516" actId="403"/>
          <ac:spMkLst>
            <pc:docMk/>
            <pc:sldMk cId="0" sldId="279"/>
            <ac:spMk id="31" creationId="{00000000-0000-0000-0000-000000000000}"/>
          </ac:spMkLst>
        </pc:spChg>
        <pc:spChg chg="mod">
          <ac:chgData name="John Hogue" userId="36b83df3-da7f-4749-bcb9-6943116e8a49" providerId="ADAL" clId="{231C83DC-AF7A-4A67-AF3C-1BFE3EDBF912}" dt="2026-05-11T16:06:11.864" v="529" actId="403"/>
          <ac:spMkLst>
            <pc:docMk/>
            <pc:sldMk cId="0" sldId="279"/>
            <ac:spMk id="32" creationId="{00000000-0000-0000-0000-000000000000}"/>
          </ac:spMkLst>
        </pc:spChg>
        <pc:spChg chg="mod">
          <ac:chgData name="John Hogue" userId="36b83df3-da7f-4749-bcb9-6943116e8a49" providerId="ADAL" clId="{231C83DC-AF7A-4A67-AF3C-1BFE3EDBF912}" dt="2026-05-11T16:28:30.950" v="686" actId="20577"/>
          <ac:spMkLst>
            <pc:docMk/>
            <pc:sldMk cId="0" sldId="279"/>
            <ac:spMk id="34" creationId="{00000000-0000-0000-0000-000000000000}"/>
          </ac:spMkLst>
        </pc:spChg>
        <pc:picChg chg="add mod">
          <ac:chgData name="John Hogue" userId="36b83df3-da7f-4749-bcb9-6943116e8a49" providerId="ADAL" clId="{231C83DC-AF7A-4A67-AF3C-1BFE3EDBF912}" dt="2026-05-11T16:04:11.259" v="439" actId="1076"/>
          <ac:picMkLst>
            <pc:docMk/>
            <pc:sldMk cId="0" sldId="279"/>
            <ac:picMk id="36" creationId="{B4F0EA91-C49C-CFE3-EAC3-292DB56CF57D}"/>
          </ac:picMkLst>
        </pc:picChg>
      </pc:sldChg>
      <pc:sldChg chg="addSp delSp modSp add mod modAnim modNotesTx">
        <pc:chgData name="John Hogue" userId="36b83df3-da7f-4749-bcb9-6943116e8a49" providerId="ADAL" clId="{231C83DC-AF7A-4A67-AF3C-1BFE3EDBF912}" dt="2026-05-11T17:20:52.814" v="874" actId="20577"/>
        <pc:sldMkLst>
          <pc:docMk/>
          <pc:sldMk cId="0" sldId="280"/>
        </pc:sldMkLst>
        <pc:spChg chg="mod">
          <ac:chgData name="John Hogue" userId="36b83df3-da7f-4749-bcb9-6943116e8a49" providerId="ADAL" clId="{231C83DC-AF7A-4A67-AF3C-1BFE3EDBF912}" dt="2026-05-11T16:03:46.344" v="435" actId="14100"/>
          <ac:spMkLst>
            <pc:docMk/>
            <pc:sldMk cId="0" sldId="280"/>
            <ac:spMk id="2" creationId="{00000000-0000-0000-0000-000000000000}"/>
          </ac:spMkLst>
        </pc:spChg>
        <pc:spChg chg="del mod">
          <ac:chgData name="John Hogue" userId="36b83df3-da7f-4749-bcb9-6943116e8a49" providerId="ADAL" clId="{231C83DC-AF7A-4A67-AF3C-1BFE3EDBF912}" dt="2026-05-11T16:26:53.993" v="664" actId="478"/>
          <ac:spMkLst>
            <pc:docMk/>
            <pc:sldMk cId="0" sldId="280"/>
            <ac:spMk id="11" creationId="{00000000-0000-0000-0000-000000000000}"/>
          </ac:spMkLst>
        </pc:spChg>
        <pc:spChg chg="mod">
          <ac:chgData name="John Hogue" userId="36b83df3-da7f-4749-bcb9-6943116e8a49" providerId="ADAL" clId="{231C83DC-AF7A-4A67-AF3C-1BFE3EDBF912}" dt="2026-05-11T15:56:28.939" v="354" actId="403"/>
          <ac:spMkLst>
            <pc:docMk/>
            <pc:sldMk cId="0" sldId="280"/>
            <ac:spMk id="12" creationId="{00000000-0000-0000-0000-000000000000}"/>
          </ac:spMkLst>
        </pc:spChg>
        <pc:spChg chg="mod">
          <ac:chgData name="John Hogue" userId="36b83df3-da7f-4749-bcb9-6943116e8a49" providerId="ADAL" clId="{231C83DC-AF7A-4A67-AF3C-1BFE3EDBF912}" dt="2026-05-11T16:27:26.786" v="672" actId="403"/>
          <ac:spMkLst>
            <pc:docMk/>
            <pc:sldMk cId="0" sldId="280"/>
            <ac:spMk id="13" creationId="{00000000-0000-0000-0000-000000000000}"/>
          </ac:spMkLst>
        </pc:spChg>
        <pc:spChg chg="del mod">
          <ac:chgData name="John Hogue" userId="36b83df3-da7f-4749-bcb9-6943116e8a49" providerId="ADAL" clId="{231C83DC-AF7A-4A67-AF3C-1BFE3EDBF912}" dt="2026-05-11T16:27:15.468" v="668" actId="478"/>
          <ac:spMkLst>
            <pc:docMk/>
            <pc:sldMk cId="0" sldId="280"/>
            <ac:spMk id="14" creationId="{00000000-0000-0000-0000-000000000000}"/>
          </ac:spMkLst>
        </pc:spChg>
        <pc:spChg chg="del">
          <ac:chgData name="John Hogue" userId="36b83df3-da7f-4749-bcb9-6943116e8a49" providerId="ADAL" clId="{231C83DC-AF7A-4A67-AF3C-1BFE3EDBF912}" dt="2026-05-11T16:26:56.800" v="666" actId="478"/>
          <ac:spMkLst>
            <pc:docMk/>
            <pc:sldMk cId="0" sldId="280"/>
            <ac:spMk id="15" creationId="{00000000-0000-0000-0000-000000000000}"/>
          </ac:spMkLst>
        </pc:spChg>
        <pc:spChg chg="mod">
          <ac:chgData name="John Hogue" userId="36b83df3-da7f-4749-bcb9-6943116e8a49" providerId="ADAL" clId="{231C83DC-AF7A-4A67-AF3C-1BFE3EDBF912}" dt="2026-05-11T15:56:39.738" v="357" actId="14100"/>
          <ac:spMkLst>
            <pc:docMk/>
            <pc:sldMk cId="0" sldId="280"/>
            <ac:spMk id="16" creationId="{00000000-0000-0000-0000-000000000000}"/>
          </ac:spMkLst>
        </pc:spChg>
        <pc:spChg chg="mod">
          <ac:chgData name="John Hogue" userId="36b83df3-da7f-4749-bcb9-6943116e8a49" providerId="ADAL" clId="{231C83DC-AF7A-4A67-AF3C-1BFE3EDBF912}" dt="2026-05-11T16:27:29.110" v="673" actId="403"/>
          <ac:spMkLst>
            <pc:docMk/>
            <pc:sldMk cId="0" sldId="280"/>
            <ac:spMk id="17" creationId="{00000000-0000-0000-0000-000000000000}"/>
          </ac:spMkLst>
        </pc:spChg>
        <pc:spChg chg="del mod">
          <ac:chgData name="John Hogue" userId="36b83df3-da7f-4749-bcb9-6943116e8a49" providerId="ADAL" clId="{231C83DC-AF7A-4A67-AF3C-1BFE3EDBF912}" dt="2026-05-11T16:27:17.388" v="669" actId="478"/>
          <ac:spMkLst>
            <pc:docMk/>
            <pc:sldMk cId="0" sldId="280"/>
            <ac:spMk id="18" creationId="{00000000-0000-0000-0000-000000000000}"/>
          </ac:spMkLst>
        </pc:spChg>
        <pc:spChg chg="del">
          <ac:chgData name="John Hogue" userId="36b83df3-da7f-4749-bcb9-6943116e8a49" providerId="ADAL" clId="{231C83DC-AF7A-4A67-AF3C-1BFE3EDBF912}" dt="2026-05-11T16:26:55.688" v="665" actId="478"/>
          <ac:spMkLst>
            <pc:docMk/>
            <pc:sldMk cId="0" sldId="280"/>
            <ac:spMk id="19" creationId="{00000000-0000-0000-0000-000000000000}"/>
          </ac:spMkLst>
        </pc:spChg>
        <pc:spChg chg="mod">
          <ac:chgData name="John Hogue" userId="36b83df3-da7f-4749-bcb9-6943116e8a49" providerId="ADAL" clId="{231C83DC-AF7A-4A67-AF3C-1BFE3EDBF912}" dt="2026-05-11T15:56:47.210" v="363" actId="403"/>
          <ac:spMkLst>
            <pc:docMk/>
            <pc:sldMk cId="0" sldId="280"/>
            <ac:spMk id="20" creationId="{00000000-0000-0000-0000-000000000000}"/>
          </ac:spMkLst>
        </pc:spChg>
        <pc:spChg chg="mod">
          <ac:chgData name="John Hogue" userId="36b83df3-da7f-4749-bcb9-6943116e8a49" providerId="ADAL" clId="{231C83DC-AF7A-4A67-AF3C-1BFE3EDBF912}" dt="2026-05-11T16:27:32.989" v="675" actId="403"/>
          <ac:spMkLst>
            <pc:docMk/>
            <pc:sldMk cId="0" sldId="280"/>
            <ac:spMk id="21" creationId="{00000000-0000-0000-0000-000000000000}"/>
          </ac:spMkLst>
        </pc:spChg>
        <pc:spChg chg="del mod">
          <ac:chgData name="John Hogue" userId="36b83df3-da7f-4749-bcb9-6943116e8a49" providerId="ADAL" clId="{231C83DC-AF7A-4A67-AF3C-1BFE3EDBF912}" dt="2026-05-11T16:27:20.836" v="671" actId="478"/>
          <ac:spMkLst>
            <pc:docMk/>
            <pc:sldMk cId="0" sldId="280"/>
            <ac:spMk id="22" creationId="{00000000-0000-0000-0000-000000000000}"/>
          </ac:spMkLst>
        </pc:spChg>
        <pc:spChg chg="del">
          <ac:chgData name="John Hogue" userId="36b83df3-da7f-4749-bcb9-6943116e8a49" providerId="ADAL" clId="{231C83DC-AF7A-4A67-AF3C-1BFE3EDBF912}" dt="2026-05-11T16:26:57.796" v="667" actId="478"/>
          <ac:spMkLst>
            <pc:docMk/>
            <pc:sldMk cId="0" sldId="280"/>
            <ac:spMk id="23" creationId="{00000000-0000-0000-0000-000000000000}"/>
          </ac:spMkLst>
        </pc:spChg>
        <pc:spChg chg="mod">
          <ac:chgData name="John Hogue" userId="36b83df3-da7f-4749-bcb9-6943116e8a49" providerId="ADAL" clId="{231C83DC-AF7A-4A67-AF3C-1BFE3EDBF912}" dt="2026-05-11T15:56:44.053" v="361" actId="404"/>
          <ac:spMkLst>
            <pc:docMk/>
            <pc:sldMk cId="0" sldId="280"/>
            <ac:spMk id="24" creationId="{00000000-0000-0000-0000-000000000000}"/>
          </ac:spMkLst>
        </pc:spChg>
        <pc:spChg chg="mod">
          <ac:chgData name="John Hogue" userId="36b83df3-da7f-4749-bcb9-6943116e8a49" providerId="ADAL" clId="{231C83DC-AF7A-4A67-AF3C-1BFE3EDBF912}" dt="2026-05-11T16:27:31.218" v="674" actId="403"/>
          <ac:spMkLst>
            <pc:docMk/>
            <pc:sldMk cId="0" sldId="280"/>
            <ac:spMk id="25" creationId="{00000000-0000-0000-0000-000000000000}"/>
          </ac:spMkLst>
        </pc:spChg>
        <pc:spChg chg="del mod">
          <ac:chgData name="John Hogue" userId="36b83df3-da7f-4749-bcb9-6943116e8a49" providerId="ADAL" clId="{231C83DC-AF7A-4A67-AF3C-1BFE3EDBF912}" dt="2026-05-11T16:27:19.061" v="670" actId="478"/>
          <ac:spMkLst>
            <pc:docMk/>
            <pc:sldMk cId="0" sldId="280"/>
            <ac:spMk id="26" creationId="{00000000-0000-0000-0000-000000000000}"/>
          </ac:spMkLst>
        </pc:spChg>
        <pc:spChg chg="mod">
          <ac:chgData name="John Hogue" userId="36b83df3-da7f-4749-bcb9-6943116e8a49" providerId="ADAL" clId="{231C83DC-AF7A-4A67-AF3C-1BFE3EDBF912}" dt="2026-05-11T15:58:32.498" v="381"/>
          <ac:spMkLst>
            <pc:docMk/>
            <pc:sldMk cId="0" sldId="280"/>
            <ac:spMk id="27" creationId="{00000000-0000-0000-0000-000000000000}"/>
          </ac:spMkLst>
        </pc:spChg>
        <pc:spChg chg="add del mod">
          <ac:chgData name="John Hogue" userId="36b83df3-da7f-4749-bcb9-6943116e8a49" providerId="ADAL" clId="{231C83DC-AF7A-4A67-AF3C-1BFE3EDBF912}" dt="2026-05-11T16:00:25.632" v="384" actId="478"/>
          <ac:spMkLst>
            <pc:docMk/>
            <pc:sldMk cId="0" sldId="280"/>
            <ac:spMk id="30" creationId="{55107264-F04D-7CA1-BFDB-48A0D157546B}"/>
          </ac:spMkLst>
        </pc:spChg>
        <pc:picChg chg="add mod">
          <ac:chgData name="John Hogue" userId="36b83df3-da7f-4749-bcb9-6943116e8a49" providerId="ADAL" clId="{231C83DC-AF7A-4A67-AF3C-1BFE3EDBF912}" dt="2026-05-11T16:04:21.221" v="446" actId="1036"/>
          <ac:picMkLst>
            <pc:docMk/>
            <pc:sldMk cId="0" sldId="280"/>
            <ac:picMk id="29" creationId="{7EB1D625-7744-D023-583D-2D9DF471102A}"/>
          </ac:picMkLst>
        </pc:picChg>
      </pc:sldChg>
      <pc:sldChg chg="addSp delSp modSp add del mod setBg modAnim modNotesTx">
        <pc:chgData name="John Hogue" userId="36b83df3-da7f-4749-bcb9-6943116e8a49" providerId="ADAL" clId="{231C83DC-AF7A-4A67-AF3C-1BFE3EDBF912}" dt="2026-05-11T17:46:23.759" v="923" actId="20577"/>
        <pc:sldMkLst>
          <pc:docMk/>
          <pc:sldMk cId="0" sldId="281"/>
        </pc:sldMkLst>
        <pc:spChg chg="mod">
          <ac:chgData name="John Hogue" userId="36b83df3-da7f-4749-bcb9-6943116e8a49" providerId="ADAL" clId="{231C83DC-AF7A-4A67-AF3C-1BFE3EDBF912}" dt="2026-05-11T16:09:25.252" v="547" actId="14100"/>
          <ac:spMkLst>
            <pc:docMk/>
            <pc:sldMk cId="0" sldId="281"/>
            <ac:spMk id="2" creationId="{00000000-0000-0000-0000-000000000000}"/>
          </ac:spMkLst>
        </pc:spChg>
        <pc:spChg chg="del">
          <ac:chgData name="John Hogue" userId="36b83df3-da7f-4749-bcb9-6943116e8a49" providerId="ADAL" clId="{231C83DC-AF7A-4A67-AF3C-1BFE3EDBF912}" dt="2026-05-11T16:09:37.471" v="548" actId="478"/>
          <ac:spMkLst>
            <pc:docMk/>
            <pc:sldMk cId="0" sldId="281"/>
            <ac:spMk id="4" creationId="{00000000-0000-0000-0000-000000000000}"/>
          </ac:spMkLst>
        </pc:spChg>
        <pc:spChg chg="del">
          <ac:chgData name="John Hogue" userId="36b83df3-da7f-4749-bcb9-6943116e8a49" providerId="ADAL" clId="{231C83DC-AF7A-4A67-AF3C-1BFE3EDBF912}" dt="2026-05-11T17:02:05.704" v="749" actId="478"/>
          <ac:spMkLst>
            <pc:docMk/>
            <pc:sldMk cId="0" sldId="281"/>
            <ac:spMk id="7" creationId="{00000000-0000-0000-0000-000000000000}"/>
          </ac:spMkLst>
        </pc:spChg>
        <pc:spChg chg="mod">
          <ac:chgData name="John Hogue" userId="36b83df3-da7f-4749-bcb9-6943116e8a49" providerId="ADAL" clId="{231C83DC-AF7A-4A67-AF3C-1BFE3EDBF912}" dt="2026-05-11T17:03:26.804" v="760" actId="122"/>
          <ac:spMkLst>
            <pc:docMk/>
            <pc:sldMk cId="0" sldId="281"/>
            <ac:spMk id="8" creationId="{00000000-0000-0000-0000-000000000000}"/>
          </ac:spMkLst>
        </pc:spChg>
        <pc:spChg chg="mod">
          <ac:chgData name="John Hogue" userId="36b83df3-da7f-4749-bcb9-6943116e8a49" providerId="ADAL" clId="{231C83DC-AF7A-4A67-AF3C-1BFE3EDBF912}" dt="2026-05-11T17:07:40.606" v="822" actId="20577"/>
          <ac:spMkLst>
            <pc:docMk/>
            <pc:sldMk cId="0" sldId="281"/>
            <ac:spMk id="9" creationId="{00000000-0000-0000-0000-000000000000}"/>
          </ac:spMkLst>
        </pc:spChg>
        <pc:spChg chg="del">
          <ac:chgData name="John Hogue" userId="36b83df3-da7f-4749-bcb9-6943116e8a49" providerId="ADAL" clId="{231C83DC-AF7A-4A67-AF3C-1BFE3EDBF912}" dt="2026-05-11T17:02:07.016" v="750" actId="478"/>
          <ac:spMkLst>
            <pc:docMk/>
            <pc:sldMk cId="0" sldId="281"/>
            <ac:spMk id="12" creationId="{00000000-0000-0000-0000-000000000000}"/>
          </ac:spMkLst>
        </pc:spChg>
        <pc:spChg chg="mod">
          <ac:chgData name="John Hogue" userId="36b83df3-da7f-4749-bcb9-6943116e8a49" providerId="ADAL" clId="{231C83DC-AF7A-4A67-AF3C-1BFE3EDBF912}" dt="2026-05-11T17:03:29.024" v="761" actId="122"/>
          <ac:spMkLst>
            <pc:docMk/>
            <pc:sldMk cId="0" sldId="281"/>
            <ac:spMk id="13" creationId="{00000000-0000-0000-0000-000000000000}"/>
          </ac:spMkLst>
        </pc:spChg>
        <pc:spChg chg="mod">
          <ac:chgData name="John Hogue" userId="36b83df3-da7f-4749-bcb9-6943116e8a49" providerId="ADAL" clId="{231C83DC-AF7A-4A67-AF3C-1BFE3EDBF912}" dt="2026-05-11T17:07:45.952" v="824" actId="20577"/>
          <ac:spMkLst>
            <pc:docMk/>
            <pc:sldMk cId="0" sldId="281"/>
            <ac:spMk id="14" creationId="{00000000-0000-0000-0000-000000000000}"/>
          </ac:spMkLst>
        </pc:spChg>
        <pc:spChg chg="add del mod">
          <ac:chgData name="John Hogue" userId="36b83df3-da7f-4749-bcb9-6943116e8a49" providerId="ADAL" clId="{231C83DC-AF7A-4A67-AF3C-1BFE3EDBF912}" dt="2026-05-11T17:02:27.118" v="757" actId="1076"/>
          <ac:spMkLst>
            <pc:docMk/>
            <pc:sldMk cId="0" sldId="281"/>
            <ac:spMk id="15" creationId="{00000000-0000-0000-0000-000000000000}"/>
          </ac:spMkLst>
        </pc:spChg>
        <pc:spChg chg="del">
          <ac:chgData name="John Hogue" userId="36b83df3-da7f-4749-bcb9-6943116e8a49" providerId="ADAL" clId="{231C83DC-AF7A-4A67-AF3C-1BFE3EDBF912}" dt="2026-05-11T17:02:12.843" v="753" actId="478"/>
          <ac:spMkLst>
            <pc:docMk/>
            <pc:sldMk cId="0" sldId="281"/>
            <ac:spMk id="17" creationId="{00000000-0000-0000-0000-000000000000}"/>
          </ac:spMkLst>
        </pc:spChg>
        <pc:spChg chg="mod">
          <ac:chgData name="John Hogue" userId="36b83df3-da7f-4749-bcb9-6943116e8a49" providerId="ADAL" clId="{231C83DC-AF7A-4A67-AF3C-1BFE3EDBF912}" dt="2026-05-11T17:03:48.133" v="767" actId="403"/>
          <ac:spMkLst>
            <pc:docMk/>
            <pc:sldMk cId="0" sldId="281"/>
            <ac:spMk id="18" creationId="{00000000-0000-0000-0000-000000000000}"/>
          </ac:spMkLst>
        </pc:spChg>
        <pc:spChg chg="mod">
          <ac:chgData name="John Hogue" userId="36b83df3-da7f-4749-bcb9-6943116e8a49" providerId="ADAL" clId="{231C83DC-AF7A-4A67-AF3C-1BFE3EDBF912}" dt="2026-05-11T17:08:23.918" v="846" actId="20577"/>
          <ac:spMkLst>
            <pc:docMk/>
            <pc:sldMk cId="0" sldId="281"/>
            <ac:spMk id="19" creationId="{00000000-0000-0000-0000-000000000000}"/>
          </ac:spMkLst>
        </pc:spChg>
        <pc:spChg chg="add mod">
          <ac:chgData name="John Hogue" userId="36b83df3-da7f-4749-bcb9-6943116e8a49" providerId="ADAL" clId="{231C83DC-AF7A-4A67-AF3C-1BFE3EDBF912}" dt="2026-05-11T17:07:35.207" v="820" actId="20577"/>
          <ac:spMkLst>
            <pc:docMk/>
            <pc:sldMk cId="0" sldId="281"/>
            <ac:spMk id="22" creationId="{1236C726-79DD-32B9-C841-90566E6AD164}"/>
          </ac:spMkLst>
        </pc:spChg>
        <pc:picChg chg="add mod">
          <ac:chgData name="John Hogue" userId="36b83df3-da7f-4749-bcb9-6943116e8a49" providerId="ADAL" clId="{231C83DC-AF7A-4A67-AF3C-1BFE3EDBF912}" dt="2026-05-11T16:09:22.207" v="546" actId="1076"/>
          <ac:picMkLst>
            <pc:docMk/>
            <pc:sldMk cId="0" sldId="281"/>
            <ac:picMk id="21" creationId="{F9B4F56C-F3EA-0B2F-2791-7E60D6C7CCAD}"/>
          </ac:picMkLst>
        </pc:picChg>
      </pc:sldChg>
    </pc:docChg>
  </pc:docChgLst>
</pc:chgInfo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924575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?>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?>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OPENING</a:t>
            </a:r>
          </a:p>
          <a:p>
            <a:r>
              <a:rPr lang="en-US" dirty="0"/>
              <a:t>No content on this slide — wait for audience to settle</a:t>
            </a:r>
          </a:p>
          <a:p>
            <a:r>
              <a:rPr lang="en-US" dirty="0"/>
              <a:t>Advance to Mon Mothma quote when ready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F7623F-ECF4-5AEF-47E2-EA1DD2CE51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F5B31B-4FBC-10B5-0496-4E98363530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3275D0-7DA4-F69A-D099-8CC77B126D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MON MOTHMA QUOTE</a:t>
            </a:r>
          </a:p>
          <a:p>
            <a:r>
              <a:rPr lang="en-US" dirty="0"/>
              <a:t>Let the quote sit 3-5 seconds — do not rush it</a:t>
            </a:r>
          </a:p>
          <a:p>
            <a:r>
              <a:rPr lang="en-US" dirty="0"/>
              <a:t>Introduce: board member, Social Data Science nonprofit, skill-based volunteering</a:t>
            </a:r>
          </a:p>
          <a:p>
            <a:r>
              <a:rPr lang="en-US" dirty="0"/>
              <a:t>Frame as 'things I wish I knew' — practitioner, not academic</a:t>
            </a:r>
          </a:p>
          <a:p>
            <a:r>
              <a:rPr lang="en-US" dirty="0"/>
              <a:t>Land: 'loss of objective reality is perhaps the most dangerous' — that's the thesis</a:t>
            </a:r>
          </a:p>
          <a:p>
            <a:endParaRPr lang="en-US" dirty="0"/>
          </a:p>
          <a:p>
            <a:r>
              <a:rPr lang="en-US" b="1" dirty="0"/>
              <a:t>TRANSITION OUT</a:t>
            </a:r>
          </a:p>
          <a:p>
            <a:r>
              <a:rPr lang="en-US" dirty="0"/>
              <a:t>SAY: 'So when the official story doesn't match the ground truth...'</a:t>
            </a:r>
          </a:p>
          <a:p>
            <a:r>
              <a:rPr lang="en-US" dirty="0"/>
              <a:t>[pause — let the next slide arrive before continuing]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0DED83-EC0E-BE16-C495-6415BD30945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89224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≠ SLIDE BEAT — give it a breath before speaking</a:t>
            </a:r>
          </a:p>
          <a:p>
            <a:r>
              <a:rPr lang="en-US" dirty="0"/>
              <a:t>SAY: 'This isn't hypothetical. This is the landscape we're operating in right now.'</a:t>
            </a:r>
          </a:p>
          <a:p>
            <a:r>
              <a:rPr lang="en-US" dirty="0"/>
              <a:t>Let the visual do the work — don't over-explain the symbol</a:t>
            </a:r>
          </a:p>
          <a:p>
            <a:endParaRPr lang="en-US" dirty="0"/>
          </a:p>
          <a:p>
            <a:r>
              <a:rPr lang="en-US" b="1" dirty="0"/>
              <a:t>CASE STUDIES — move fast, these are credibility builders</a:t>
            </a:r>
          </a:p>
          <a:p>
            <a:r>
              <a:rPr lang="en-US" dirty="0"/>
              <a:t>Kenya 2008: 45,000 reports, six days, SMS — that's SPEED</a:t>
            </a:r>
          </a:p>
          <a:p>
            <a:r>
              <a:rPr lang="en-US" dirty="0"/>
              <a:t>Fukushima: 150M readings vs. one government monthly average — that's the DATA GAP</a:t>
            </a:r>
          </a:p>
          <a:p>
            <a:r>
              <a:rPr lang="en-US" dirty="0"/>
              <a:t>Syria: 650K preserved AFTER YouTube deleted 200K — foreshadows the INFRASTRUCTURE pillar</a:t>
            </a:r>
          </a:p>
          <a:p>
            <a:r>
              <a:rPr lang="en-US" dirty="0"/>
              <a:t>Ukraine: invasion detected via Google Maps traffic — crowdsourcing at its most visceral</a:t>
            </a:r>
          </a:p>
          <a:p>
            <a:r>
              <a:rPr lang="en-US" dirty="0"/>
              <a:t>LAND THIS LINE: 'This has contributed to ICC proceedings and criminal convictions. Real consequences.'</a:t>
            </a:r>
          </a:p>
          <a:p>
            <a:r>
              <a:rPr lang="en-US" dirty="0"/>
              <a:t>Don't rush past ICC — it's your credibility anchor, now placed early where it belongs</a:t>
            </a:r>
          </a:p>
          <a:p>
            <a:endParaRPr lang="en-US" dirty="0"/>
          </a:p>
          <a:p>
            <a:r>
              <a:rPr lang="en-US" b="1" dirty="0"/>
              <a:t>TRANSITION OUT</a:t>
            </a:r>
          </a:p>
          <a:p>
            <a:r>
              <a:rPr lang="en-US" dirty="0"/>
              <a:t>SAY: 'But these efforts don't just happen. Every one lives or dies on three things.'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THREE PILLARS</a:t>
            </a:r>
          </a:p>
          <a:p>
            <a:r>
              <a:rPr lang="en-US" dirty="0"/>
              <a:t>Name all three, one sentence each before going deeper</a:t>
            </a:r>
          </a:p>
          <a:p>
            <a:r>
              <a:rPr lang="en-US" dirty="0"/>
              <a:t>Speed: how fast can useful data flow — Ukraine example still warm</a:t>
            </a:r>
          </a:p>
          <a:p>
            <a:r>
              <a:rPr lang="en-US" dirty="0"/>
              <a:t>Safety: gray areas, legal but risky, harassment, jail, worse</a:t>
            </a:r>
          </a:p>
          <a:p>
            <a:r>
              <a:rPr lang="en-US" dirty="0"/>
              <a:t>Resiliency: attacks, volunteer attrition, deplatforming</a:t>
            </a:r>
          </a:p>
          <a:p>
            <a:r>
              <a:rPr lang="en-US" dirty="0"/>
              <a:t>LAND: 'These exist in productive tension. There's no way to fully satisfy all three.'</a:t>
            </a:r>
          </a:p>
          <a:p>
            <a:endParaRPr lang="en-US" dirty="0"/>
          </a:p>
          <a:p>
            <a:r>
              <a:rPr lang="en-US" b="1" dirty="0"/>
              <a:t>TRANSITION OUT</a:t>
            </a:r>
          </a:p>
          <a:p>
            <a:r>
              <a:rPr lang="en-US" dirty="0"/>
              <a:t>SAY: 'You already know how to think about tensions like this. You've been doing it your whole career.'</a:t>
            </a:r>
          </a:p>
          <a:p>
            <a:r>
              <a:rPr lang="en-US" dirty="0"/>
              <a:t>[advance to triangle slide]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SCOPE vs CROWD SOURCE TRIANGLE</a:t>
            </a:r>
          </a:p>
          <a:p>
            <a:r>
              <a:rPr lang="en-US" dirty="0"/>
              <a:t>Point to LEFT triangle first — let them recognize it before you speak</a:t>
            </a:r>
          </a:p>
          <a:p>
            <a:r>
              <a:rPr lang="en-US" dirty="0"/>
              <a:t>SAY: 'You already think in triangles. The skills transfer. The stakes don't.'</a:t>
            </a:r>
          </a:p>
          <a:p>
            <a:r>
              <a:rPr lang="en-US" dirty="0"/>
              <a:t>Left: pick two — optimizes for project DELIVERY</a:t>
            </a:r>
          </a:p>
          <a:p>
            <a:r>
              <a:rPr lang="en-US" dirty="0"/>
              <a:t>Right: you don't get to pick two — navigate ALL THREE — optimizes for HUMAN OUTCOMES and system survival</a:t>
            </a:r>
          </a:p>
          <a:p>
            <a:r>
              <a:rPr lang="en-US" dirty="0"/>
              <a:t>That's the core difference: one is about delivery, one is about people surviving</a:t>
            </a:r>
          </a:p>
          <a:p>
            <a:endParaRPr lang="en-US" dirty="0"/>
          </a:p>
          <a:p>
            <a:r>
              <a:rPr lang="en-US" b="1" dirty="0"/>
              <a:t>TRANSITION OUT</a:t>
            </a:r>
          </a:p>
          <a:p>
            <a:r>
              <a:rPr lang="en-US" dirty="0"/>
              <a:t>SAY: 'So where do you start? Before anything else, ask yourself one question.'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IS SOMEONE ALREADY DOING THIS?</a:t>
            </a:r>
          </a:p>
          <a:p>
            <a:r>
              <a:rPr lang="en-US" dirty="0"/>
              <a:t>Duplication wastes volunteer energy AND fragments the data — say both</a:t>
            </a:r>
          </a:p>
          <a:p>
            <a:r>
              <a:rPr lang="en-US" dirty="0"/>
              <a:t>Three paths: Join → Coordinate → Build. In that order.</a:t>
            </a:r>
          </a:p>
          <a:p>
            <a:r>
              <a:rPr lang="en-US" dirty="0"/>
              <a:t>Survey data analogy: changing one question wording invalidates comparability — relatable for this room</a:t>
            </a:r>
          </a:p>
          <a:p>
            <a:r>
              <a:rPr lang="en-US" dirty="0"/>
              <a:t>SAY: 'Building is the last resort. Full stop. Not the first move, even if what's out there isn't perfect.'</a:t>
            </a:r>
          </a:p>
          <a:p>
            <a:r>
              <a:rPr lang="en-US" dirty="0"/>
              <a:t>Acknowledge people want to build — that's fine, just do the check first</a:t>
            </a:r>
          </a:p>
          <a:p>
            <a:endParaRPr lang="en-US" dirty="0"/>
          </a:p>
          <a:p>
            <a:r>
              <a:rPr lang="en-US" b="1" dirty="0"/>
              <a:t>TRANSITION OUT</a:t>
            </a:r>
          </a:p>
          <a:p>
            <a:r>
              <a:rPr lang="en-US" dirty="0"/>
              <a:t>SAY: 'OK so you've decided to build. Now what question are you actually trying to answer?'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WHAT QUESTION ARE YOU ANSWERING?</a:t>
            </a:r>
          </a:p>
          <a:p>
            <a:r>
              <a:rPr lang="en-US" dirty="0"/>
              <a:t>Vague mandates produce unusable data — free text field example is relatable for data people</a:t>
            </a:r>
          </a:p>
          <a:p>
            <a:r>
              <a:rPr lang="en-US" dirty="0"/>
              <a:t>Specific examples: radiation on this street / can this claim be verified / checkpoints active today</a:t>
            </a:r>
          </a:p>
          <a:p>
            <a:r>
              <a:rPr lang="en-US" dirty="0"/>
              <a:t>IMPORTANT: 'The data you don't collect can't be weaponized against you or your contributors'</a:t>
            </a:r>
          </a:p>
          <a:p>
            <a:r>
              <a:rPr lang="en-US" dirty="0"/>
              <a:t>Minimum viable data point: what fields, what geography, what time window — define before you build</a:t>
            </a:r>
          </a:p>
          <a:p>
            <a:r>
              <a:rPr lang="en-US" dirty="0"/>
              <a:t>Strip metadata at INGESTION, not after storage — this is where most people get it wrong</a:t>
            </a:r>
          </a:p>
          <a:p>
            <a:endParaRPr lang="en-US" dirty="0"/>
          </a:p>
          <a:p>
            <a:r>
              <a:rPr lang="en-US" b="1" dirty="0"/>
              <a:t>TRANSITION OUT</a:t>
            </a:r>
          </a:p>
          <a:p>
            <a:r>
              <a:rPr lang="en-US" dirty="0"/>
              <a:t>SAY: 'But even with the right question, how do you collect from people who can't identify themselves?'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TRUST WITHOUT IDENTITY — VERIFICATION MODELS</a:t>
            </a:r>
          </a:p>
          <a:p>
            <a:r>
              <a:rPr lang="en-US" dirty="0"/>
              <a:t>Don't walk through all four tiers — pick the two anchors</a:t>
            </a:r>
          </a:p>
          <a:p>
            <a:r>
              <a:rPr lang="en-US" dirty="0"/>
              <a:t>OPEN: anyone submits, trust from clustering of independent reports — pothole/streetlight example</a:t>
            </a:r>
          </a:p>
          <a:p>
            <a:r>
              <a:rPr lang="en-US" dirty="0"/>
              <a:t>CLOSED: vetted contributors, private identities, operational pseudonyms — don't know each other but checked</a:t>
            </a:r>
          </a:p>
          <a:p>
            <a:r>
              <a:rPr lang="en-US" dirty="0"/>
              <a:t>Right model depends on consequence of being wrong: radiation error vs. misidentifying a war crimes suspect</a:t>
            </a:r>
          </a:p>
          <a:p>
            <a:r>
              <a:rPr lang="en-US" dirty="0"/>
              <a:t>LAND: 'Even if your contributors are trustworthy, your dataset may still lie to you.'</a:t>
            </a:r>
          </a:p>
          <a:p>
            <a:endParaRPr lang="en-US" dirty="0"/>
          </a:p>
          <a:p>
            <a:r>
              <a:rPr lang="en-US" b="1" dirty="0"/>
              <a:t>TRANSITION OUT</a:t>
            </a:r>
          </a:p>
          <a:p>
            <a:r>
              <a:rPr lang="en-US" dirty="0"/>
              <a:t>SAY: '...and that's before anyone is actively trying to break it. But first — the biases you build in yourself.'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KNOW YOUR BIASES — this is the most applicable slide to their day jobs, don't rush</a:t>
            </a:r>
          </a:p>
          <a:p>
            <a:r>
              <a:rPr lang="en-US" dirty="0"/>
              <a:t>Geographic: more eyes in connected areas, rural regions go silent</a:t>
            </a:r>
          </a:p>
          <a:p>
            <a:r>
              <a:rPr lang="en-US" dirty="0"/>
              <a:t>Demographic: language, digital literacy, bandwidth all gate participation</a:t>
            </a:r>
          </a:p>
          <a:p>
            <a:r>
              <a:rPr lang="en-US" dirty="0"/>
              <a:t>Survivorship: targeted communities may not report because reporting puts them at further risk</a:t>
            </a:r>
          </a:p>
          <a:p>
            <a:r>
              <a:rPr lang="en-US" dirty="0"/>
              <a:t>Reporting: dramatic events get logged, slow patterns don't — FREQUENCY ≠ SEVERITY</a:t>
            </a:r>
          </a:p>
          <a:p>
            <a:r>
              <a:rPr lang="en-US" dirty="0"/>
              <a:t>Platform: how you accept submissions determines who can participate — SMS vs app vs web form</a:t>
            </a:r>
          </a:p>
          <a:p>
            <a:r>
              <a:rPr lang="en-US" dirty="0"/>
              <a:t>SAY: 'These biases can endanger the people you're trying to model. That's the real cost.'</a:t>
            </a:r>
          </a:p>
          <a:p>
            <a:endParaRPr lang="en-US" dirty="0"/>
          </a:p>
          <a:p>
            <a:r>
              <a:rPr lang="en-US" b="1" dirty="0"/>
              <a:t>TRANSITION OUT</a:t>
            </a:r>
          </a:p>
          <a:p>
            <a:r>
              <a:rPr lang="en-US" dirty="0"/>
              <a:t>SAY: 'And that's all before someone is actively trying to break it.'</a:t>
            </a:r>
          </a:p>
          <a:p>
            <a:endParaRPr lang="en-US" dirty="0"/>
          </a:p>
          <a:p>
            <a:r>
              <a:rPr lang="en-US" b="1" dirty="0"/>
              <a:t>WATCH</a:t>
            </a:r>
          </a:p>
          <a:p>
            <a:r>
              <a:rPr lang="en-US" dirty="0"/>
              <a:t>Let the audience absorb each bias type — don't rush the list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DETECTING BAD FAITH &amp; DATA POISONING</a:t>
            </a:r>
          </a:p>
          <a:p>
            <a:r>
              <a:rPr lang="en-US" dirty="0"/>
              <a:t>Bot flooding: drown legitimate reports</a:t>
            </a:r>
          </a:p>
          <a:p>
            <a:r>
              <a:rPr lang="en-US" dirty="0"/>
              <a:t>False reports: humans deliberately discrediting the dataset</a:t>
            </a:r>
          </a:p>
          <a:p>
            <a:r>
              <a:rPr lang="en-US" dirty="0"/>
              <a:t>Weaponized flagging: platform moderation turned against you (iOS ICE app is recent example)</a:t>
            </a:r>
          </a:p>
          <a:p>
            <a:r>
              <a:rPr lang="en-US" dirty="0"/>
              <a:t>Trust gaming: bots build credibility first, then slowly inject false data — most insidious</a:t>
            </a:r>
          </a:p>
          <a:p>
            <a:r>
              <a:rPr lang="en-US" dirty="0"/>
              <a:t>AI-generated content: becoming harder to detect, requires more human review, humans aren't great at it</a:t>
            </a:r>
          </a:p>
          <a:p>
            <a:r>
              <a:rPr lang="en-US" dirty="0"/>
              <a:t>LAND: 'Treat your data pipeline like a security perimeter. Because it is one.'</a:t>
            </a:r>
          </a:p>
          <a:p>
            <a:endParaRPr lang="en-US" dirty="0"/>
          </a:p>
          <a:p>
            <a:r>
              <a:rPr lang="en-US" b="1" dirty="0"/>
              <a:t>TRANSITION OUT</a:t>
            </a:r>
          </a:p>
          <a:p>
            <a:r>
              <a:rPr lang="en-US" dirty="0"/>
              <a:t>SAY: 'So how do you protect the people feeding that pipeline?'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PROTECTING CONTRIBUTORS &amp; ORGANIZERS</a:t>
            </a:r>
          </a:p>
          <a:p>
            <a:r>
              <a:rPr lang="en-US" dirty="0"/>
              <a:t>Know your threat: state vs. corporate vs. vigilante — different capabilities, different defenses</a:t>
            </a:r>
          </a:p>
          <a:p>
            <a:r>
              <a:rPr lang="en-US" dirty="0"/>
              <a:t>Collect less — every unnecessary field is a potential future weapon</a:t>
            </a:r>
          </a:p>
          <a:p>
            <a:r>
              <a:rPr lang="en-US" dirty="0"/>
              <a:t>Strip metadata at ingestion — device ID, geolocation, timestamp, proximity data</a:t>
            </a:r>
          </a:p>
          <a:p>
            <a:r>
              <a:rPr lang="en-US" dirty="0"/>
              <a:t>Reduce precision — specific address → street corner → census block</a:t>
            </a:r>
          </a:p>
          <a:p>
            <a:r>
              <a:rPr lang="en-US" dirty="0"/>
              <a:t>Compartmentalize — no single person's departure exposes the whole effort</a:t>
            </a:r>
          </a:p>
          <a:p>
            <a:r>
              <a:rPr lang="en-US" dirty="0"/>
              <a:t>Distribute credentials — pre-establish backup channels BEFORE you need them</a:t>
            </a:r>
          </a:p>
          <a:p>
            <a:r>
              <a:rPr lang="en-US" dirty="0"/>
              <a:t>SAY: 'Over-securing paralyzes operations just as fast as under-securing.'</a:t>
            </a:r>
          </a:p>
          <a:p>
            <a:r>
              <a:rPr lang="en-US" dirty="0"/>
              <a:t>Give the room the floor-level rec: 'Signal with disappearing messages is the baseline, not the ceiling'</a:t>
            </a:r>
          </a:p>
          <a:p>
            <a:endParaRPr lang="en-US" dirty="0"/>
          </a:p>
          <a:p>
            <a:r>
              <a:rPr lang="en-US" b="1" dirty="0"/>
              <a:t>TRANSITION OUT</a:t>
            </a:r>
          </a:p>
          <a:p>
            <a:r>
              <a:rPr lang="en-US" dirty="0"/>
              <a:t>SAY: 'Even if you do all of that, one thing will still catch you off guard. The mosaic effect.'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THE MOSAIC EFFECT — strong audience reactions here, let them respond</a:t>
            </a:r>
          </a:p>
          <a:p>
            <a:r>
              <a:rPr lang="en-US" dirty="0"/>
              <a:t>SAY: '87% of people in this room can be identified from zip code, birthdate, and gender alone.'</a:t>
            </a:r>
          </a:p>
          <a:p>
            <a:r>
              <a:rPr lang="en-US" dirty="0"/>
              <a:t>None of those feel like PII — that's the entire point</a:t>
            </a:r>
          </a:p>
          <a:p>
            <a:r>
              <a:rPr lang="en-US" dirty="0"/>
              <a:t>Aircraft carrier in the ocean: revealed by crew exercise tracking data (recent, use this)</a:t>
            </a:r>
          </a:p>
          <a:p>
            <a:r>
              <a:rPr lang="en-US" dirty="0"/>
              <a:t>Strava: military bases and patrol routes from fitness heatmap</a:t>
            </a:r>
          </a:p>
          <a:p>
            <a:r>
              <a:rPr lang="en-US" dirty="0"/>
              <a:t>NYC taxi: Muslim drivers identified via prayer time correlations</a:t>
            </a:r>
          </a:p>
          <a:p>
            <a:r>
              <a:rPr lang="en-US" dirty="0"/>
              <a:t>Netflix Prize: de-anonymized via IMDb review correlation</a:t>
            </a:r>
          </a:p>
          <a:p>
            <a:r>
              <a:rPr lang="en-US" dirty="0"/>
              <a:t>LAND: 'Design for the assumption that your adversary has access to datasets you don't know about.'</a:t>
            </a:r>
          </a:p>
          <a:p>
            <a:endParaRPr lang="en-US" dirty="0"/>
          </a:p>
          <a:p>
            <a:r>
              <a:rPr lang="en-US" b="1" dirty="0"/>
              <a:t>TRANSITION OUT</a:t>
            </a:r>
          </a:p>
          <a:p>
            <a:r>
              <a:rPr lang="en-US" dirty="0"/>
              <a:t>SAY: 'OK, so you've protected your contributors. But where does the data actually live?'</a:t>
            </a:r>
          </a:p>
          <a:p>
            <a:endParaRPr lang="en-US" dirty="0"/>
          </a:p>
          <a:p>
            <a:r>
              <a:rPr lang="en-US" b="1" dirty="0"/>
              <a:t>WATCH</a:t>
            </a:r>
          </a:p>
          <a:p>
            <a:r>
              <a:rPr lang="en-US" dirty="0"/>
              <a:t>Pause after the 87% stat — it always lands, don't talk over the reaction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CONTROL YOUR INFRASTRUCTURE</a:t>
            </a:r>
          </a:p>
          <a:p>
            <a:r>
              <a:rPr lang="en-US" dirty="0"/>
              <a:t>Read the quote fully — don't paraphrase it: 'We are writing our memories not in our own book but in a third party's book'</a:t>
            </a:r>
          </a:p>
          <a:p>
            <a:r>
              <a:rPr lang="en-US" dirty="0"/>
              <a:t>YouTube deleted 200,000 Syrian conflict videos via automated moderation — no appeal, gone</a:t>
            </a:r>
          </a:p>
          <a:p>
            <a:r>
              <a:rPr lang="en-US" dirty="0"/>
              <a:t>Does your data live on infrastructure you control? If not, plan for the day it disappears</a:t>
            </a:r>
          </a:p>
          <a:p>
            <a:r>
              <a:rPr lang="en-US" dirty="0"/>
              <a:t>Mirror across jurisdictions — a takedown in one country doesn't work in all of them</a:t>
            </a:r>
          </a:p>
          <a:p>
            <a:r>
              <a:rPr lang="en-US" dirty="0"/>
              <a:t>Internet shutdowns: Egypt, Iran, Belarus, India — becoming more common, plan for offline collection</a:t>
            </a:r>
          </a:p>
          <a:p>
            <a:r>
              <a:rPr lang="en-US" dirty="0"/>
              <a:t>Platform rules weaponized: your adversary can flag your content for removal</a:t>
            </a:r>
          </a:p>
          <a:p>
            <a:r>
              <a:rPr lang="en-US" dirty="0"/>
              <a:t>SAY: 'Too distributed to fail. That's the goal.'</a:t>
            </a:r>
          </a:p>
          <a:p>
            <a:endParaRPr lang="en-US" dirty="0"/>
          </a:p>
          <a:p>
            <a:r>
              <a:rPr lang="en-US" b="1" dirty="0"/>
              <a:t>TRANSITION OUT</a:t>
            </a:r>
          </a:p>
          <a:p>
            <a:r>
              <a:rPr lang="en-US" dirty="0"/>
              <a:t>SAY: 'So now you've protected it. But protected it for whom? Who does this data actually belong to?'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WHAT TO DO WITH THE DATA</a:t>
            </a:r>
          </a:p>
          <a:p>
            <a:r>
              <a:rPr lang="en-US" dirty="0"/>
              <a:t>CARE principles: Collective Benefit, Authority to Control, Responsibility, Ethics</a:t>
            </a:r>
          </a:p>
          <a:p>
            <a:r>
              <a:rPr lang="en-US" dirty="0"/>
              <a:t>Who benefits? Who controls access? Define roles and permissions BEFORE collection begins</a:t>
            </a:r>
          </a:p>
          <a:p>
            <a:r>
              <a:rPr lang="en-US" dirty="0"/>
              <a:t>Retention: how long do you keep raw data? When does it get aggregated or destroyed?</a:t>
            </a:r>
          </a:p>
          <a:p>
            <a:r>
              <a:rPr lang="en-US" dirty="0"/>
              <a:t>Could this data harm the people it describes? Even well-intentioned collection can endanger</a:t>
            </a:r>
          </a:p>
          <a:p>
            <a:r>
              <a:rPr lang="en-US" dirty="0"/>
              <a:t>Legal obligations: evidence preservation, data protection laws, cross-border transfer rules</a:t>
            </a:r>
          </a:p>
          <a:p>
            <a:r>
              <a:rPr lang="en-US" dirty="0"/>
              <a:t>Publish responsibly: aggregate, anonymize, delay — in that order</a:t>
            </a:r>
          </a:p>
          <a:p>
            <a:r>
              <a:rPr lang="en-US" dirty="0"/>
              <a:t>LAND: 'Once you release it, it cannot be unreleased. Get these right before you publish.'</a:t>
            </a:r>
          </a:p>
          <a:p>
            <a:endParaRPr lang="en-US" dirty="0"/>
          </a:p>
          <a:p>
            <a:r>
              <a:rPr lang="en-US" b="1" dirty="0"/>
              <a:t>TRANSITION OUT</a:t>
            </a:r>
          </a:p>
          <a:p>
            <a:r>
              <a:rPr lang="en-US" dirty="0"/>
              <a:t>SAY: 'And eventually, every effort ends. The question is whether it ends on your terms.'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HOW DOES IT END?</a:t>
            </a:r>
          </a:p>
          <a:p>
            <a:r>
              <a:rPr lang="en-US" dirty="0"/>
              <a:t>Sustainability is the silent killer of civic tech — people get passionate, then life happens</a:t>
            </a:r>
          </a:p>
          <a:p>
            <a:r>
              <a:rPr lang="en-US" dirty="0"/>
              <a:t>Three scenarios — plan for ALL THREE before you need any of them:</a:t>
            </a:r>
          </a:p>
          <a:p>
            <a:r>
              <a:rPr lang="en-US" dirty="0"/>
              <a:t>Orderly wind-down: mission accomplished, who inherits data, how is trust transferred</a:t>
            </a:r>
          </a:p>
          <a:p>
            <a:r>
              <a:rPr lang="en-US" dirty="0"/>
              <a:t>Forced shutdown: legal action or platform takedown, what gets preserved vs. destroyed</a:t>
            </a:r>
          </a:p>
          <a:p>
            <a:r>
              <a:rPr lang="en-US" dirty="0"/>
              <a:t>Organizer attrition: key people leave or burn out, who has backup credentials, succession plan</a:t>
            </a:r>
          </a:p>
          <a:p>
            <a:endParaRPr lang="en-US" dirty="0"/>
          </a:p>
          <a:p>
            <a:r>
              <a:rPr lang="en-US" b="1" dirty="0"/>
              <a:t>TRANSITION OUT</a:t>
            </a:r>
          </a:p>
          <a:p>
            <a:r>
              <a:rPr lang="en-US" dirty="0"/>
              <a:t>SAY: 'If you don't plan for this, here's what happens instead.'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WHEN IT GOES WRONG — pace yourself, these examples hit hard</a:t>
            </a:r>
          </a:p>
          <a:p>
            <a:r>
              <a:rPr lang="en-US" dirty="0"/>
              <a:t>Boston Marathon Reddit: crowd-sourced witch hunt, wrong person, family harassed, man already dead</a:t>
            </a:r>
          </a:p>
          <a:p>
            <a:r>
              <a:rPr lang="en-US" dirty="0"/>
              <a:t>Syria: 200K videos destroyed by automated YouTube moderation — evidence needs to live where you control</a:t>
            </a:r>
          </a:p>
          <a:p>
            <a:r>
              <a:rPr lang="en-US" dirty="0"/>
              <a:t>Tunisia: government stole activist passwords THROUGH THE ISP — the network layer is adversarial</a:t>
            </a:r>
          </a:p>
          <a:p>
            <a:r>
              <a:rPr lang="en-US" dirty="0"/>
              <a:t>Haiti: well-intentioned, sensitive data published without consent — good intentions don't prevent harm</a:t>
            </a:r>
          </a:p>
          <a:p>
            <a:r>
              <a:rPr lang="en-US" dirty="0"/>
              <a:t>Hong Kong/Belarus Bridgefy: speed of adoption outran security vetting, social graphs built from 'secure' messages</a:t>
            </a:r>
          </a:p>
          <a:p>
            <a:r>
              <a:rPr lang="en-US" dirty="0"/>
              <a:t>SAY: 'These are not cautionary tales from somewhere else. Similar things are happening right here, right now.'</a:t>
            </a:r>
          </a:p>
          <a:p>
            <a:r>
              <a:rPr lang="en-US" dirty="0"/>
              <a:t>LAND: 'Data is not the point. The people are. If we can't protect them, we shouldn't be doing this.'</a:t>
            </a:r>
          </a:p>
          <a:p>
            <a:endParaRPr lang="en-US" dirty="0"/>
          </a:p>
          <a:p>
            <a:r>
              <a:rPr lang="en-US" b="1" dirty="0"/>
              <a:t>TRANSITION OUT</a:t>
            </a:r>
          </a:p>
          <a:p>
            <a:r>
              <a:rPr lang="en-US" dirty="0"/>
              <a:t>SAY: 'None of these had a clean answer. They were all trade-offs someone got wrong.'</a:t>
            </a:r>
          </a:p>
          <a:p>
            <a:endParaRPr lang="en-US" dirty="0"/>
          </a:p>
          <a:p>
            <a:r>
              <a:rPr lang="en-US" b="1" dirty="0"/>
              <a:t>WATCH</a:t>
            </a:r>
          </a:p>
          <a:p>
            <a:r>
              <a:rPr lang="en-US" dirty="0"/>
              <a:t>The 'right here right now' line is critical — make it present tense, not history</a:t>
            </a:r>
          </a:p>
          <a:p>
            <a:r>
              <a:rPr lang="en-US" dirty="0"/>
              <a:t>Don't rush the failure cases — these are the ones that stick with people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TRADE-OFFS — no right answers</a:t>
            </a:r>
          </a:p>
          <a:p>
            <a:r>
              <a:rPr lang="en-US" dirty="0"/>
              <a:t>Speed vs. rigor: how fast you need it vs. how sure you need to be</a:t>
            </a:r>
          </a:p>
          <a:p>
            <a:r>
              <a:rPr lang="en-US" dirty="0"/>
              <a:t>Openness vs. security: more allies = more potential adversaries</a:t>
            </a:r>
          </a:p>
          <a:p>
            <a:r>
              <a:rPr lang="en-US" dirty="0"/>
              <a:t>Documentation vs. danger: every additional data point could identify a victim</a:t>
            </a:r>
          </a:p>
          <a:p>
            <a:r>
              <a:rPr lang="en-US" dirty="0"/>
              <a:t>Distribution vs. governance: resilience costs you central control</a:t>
            </a:r>
          </a:p>
          <a:p>
            <a:r>
              <a:rPr lang="en-US" dirty="0"/>
              <a:t>SAY: 'There is no right answer. These are constraints for you to set. That's the job.'</a:t>
            </a:r>
          </a:p>
          <a:p>
            <a:r>
              <a:rPr lang="en-US" dirty="0"/>
              <a:t>LAND THIS: 'The skills you use every day — validating data, detecting outliers, governing pipelines — those are exactly what these efforts need and almost never have.'</a:t>
            </a:r>
          </a:p>
          <a:p>
            <a:endParaRPr lang="en-US" dirty="0"/>
          </a:p>
          <a:p>
            <a:r>
              <a:rPr lang="en-US" b="1" dirty="0"/>
              <a:t>TRANSITION OUT</a:t>
            </a:r>
          </a:p>
          <a:p>
            <a:r>
              <a:rPr lang="en-US" dirty="0"/>
              <a:t>SAY: 'I've put together a few things to help you get started.'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QR CODE / RESOURCES</a:t>
            </a:r>
          </a:p>
          <a:p>
            <a:r>
              <a:rPr lang="en-US" dirty="0"/>
              <a:t>Point to QR code — 'Scan this. Everything is there.'</a:t>
            </a:r>
          </a:p>
          <a:p>
            <a:r>
              <a:rPr lang="en-US" dirty="0"/>
              <a:t>Name what's in it: planning checklist, case studies, open source repos, tools</a:t>
            </a:r>
          </a:p>
          <a:p>
            <a:r>
              <a:rPr lang="en-US" dirty="0"/>
              <a:t>SAY: 'This is a field guide. Something to put in your pocket before you head out the door.'</a:t>
            </a:r>
          </a:p>
          <a:p>
            <a:r>
              <a:rPr lang="en-US" dirty="0"/>
              <a:t>Keep this brief — they're about to scan it, don't read it to them</a:t>
            </a:r>
          </a:p>
          <a:p>
            <a:endParaRPr lang="en-US" dirty="0"/>
          </a:p>
          <a:p>
            <a:r>
              <a:rPr lang="en-US" b="1" dirty="0"/>
              <a:t>TRANSITION OUT</a:t>
            </a:r>
          </a:p>
          <a:p>
            <a:r>
              <a:rPr lang="en-US" dirty="0"/>
              <a:t>SAY: 'I'll leave you with one last thought.'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CLOSING — I HAVE FRIENDS EVERYWHERE</a:t>
            </a:r>
          </a:p>
          <a:p>
            <a:r>
              <a:rPr lang="en-US" dirty="0"/>
              <a:t>Let the quote breathe — full pause before you say anything</a:t>
            </a:r>
          </a:p>
          <a:p>
            <a:r>
              <a:rPr lang="en-US" dirty="0"/>
              <a:t>Grey subtitle does the interpretive work — let them read it</a:t>
            </a:r>
          </a:p>
          <a:p>
            <a:r>
              <a:rPr lang="en-US" dirty="0"/>
              <a:t>SAY: 'Thank you.'</a:t>
            </a:r>
          </a:p>
          <a:p>
            <a:r>
              <a:rPr lang="en-US" dirty="0"/>
              <a:t>STOP. Do not add anything after thank you.</a:t>
            </a:r>
          </a:p>
          <a:p>
            <a:endParaRPr lang="en-US" dirty="0"/>
          </a:p>
          <a:p>
            <a:r>
              <a:rPr lang="en-US" b="1" dirty="0"/>
              <a:t>WATCH</a:t>
            </a:r>
          </a:p>
          <a:p>
            <a:r>
              <a:rPr lang="en-US" dirty="0"/>
              <a:t>Resist explaining the Andor reference — let the room split naturally</a:t>
            </a:r>
          </a:p>
          <a:p>
            <a:r>
              <a:rPr lang="en-US" dirty="0"/>
              <a:t>People who catch it will love it. People who don't will still feel the sentiment.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?>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?>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?>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?>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?>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?>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?>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?>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?>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?>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?>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?>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?>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?>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?>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?>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?><Relationships xmlns="http://schemas.openxmlformats.org/package/2006/relationships"><Relationship Id="rId8" Type="http://schemas.openxmlformats.org/officeDocument/2006/relationships/hyperlink" Target="https://www.rusi.org/explore-our-research/publications/commentary/puzzling-pieces-osint-and-war-crime-accountability-ukraine" TargetMode="External"/><Relationship Id="rId3" Type="http://schemas.openxmlformats.org/officeDocument/2006/relationships/image" Target="../media/image17.png"/><Relationship Id="rId7" Type="http://schemas.openxmlformats.org/officeDocument/2006/relationships/hyperlink" Target="https://tavaana.org/en/en/content/ushahidi-crisis-mapping-kenya-mapping-globe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blogs.icrc.org/law-and-policy/2021/02/09/mosaic-effect-revelation-risks/" TargetMode="External"/><Relationship Id="rId11" Type="http://schemas.openxmlformats.org/officeDocument/2006/relationships/hyperlink" Target="https://safecast.org/" TargetMode="External"/><Relationship Id="rId5" Type="http://schemas.openxmlformats.org/officeDocument/2006/relationships/hyperlink" Target="https://datascience.codata.org/articles/dsj-2020-043" TargetMode="External"/><Relationship Id="rId10" Type="http://schemas.openxmlformats.org/officeDocument/2006/relationships/hyperlink" Target="https://mnemonic.org/" TargetMode="External"/><Relationship Id="rId4" Type="http://schemas.openxmlformats.org/officeDocument/2006/relationships/hyperlink" Target="https://www.ohchr.org/en/publications/policy-and-methodological-publications/berkeley-protocol-digital-open-source" TargetMode="External"/><Relationship Id="rId9" Type="http://schemas.openxmlformats.org/officeDocument/2006/relationships/hyperlink" Target="https://www.hrw.org/report/2020/09/10/video-unavailable/social-media-platforms-remove-evidence-war-crimes" TargetMode="External"/></Relationships>
</file>

<file path=ppt/slides/_rels/slide21.xml.rels><?xml version="1.0" encoding="UTF-8"?><Relationships xmlns="http://schemas.openxmlformats.org/package/2006/relationships"><Relationship Id="rId8" Type="http://schemas.openxmlformats.org/officeDocument/2006/relationships/hyperlink" Target="https://bellingcat.gitbook.io/toolkit" TargetMode="External"/><Relationship Id="rId3" Type="http://schemas.openxmlformats.org/officeDocument/2006/relationships/image" Target="../media/image18.png"/><Relationship Id="rId7" Type="http://schemas.openxmlformats.org/officeDocument/2006/relationships/hyperlink" Target="https://www.usenix.org/conference/usenixsecurity21/presentation/albrecht" TargetMode="External"/><Relationship Id="rId12" Type="http://schemas.openxmlformats.org/officeDocument/2006/relationships/hyperlink" Target="https://ssd.eff.org/" TargetMode="Externa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sciencedirect.com/science/article/abs/pii/S0198971520302477" TargetMode="External"/><Relationship Id="rId11" Type="http://schemas.openxmlformats.org/officeDocument/2006/relationships/hyperlink" Target="https://securedrop.org/" TargetMode="External"/><Relationship Id="rId5" Type="http://schemas.openxmlformats.org/officeDocument/2006/relationships/hyperlink" Target="https://link.springer.com/chapter/10.1007/978-3-030-49669-2_18" TargetMode="External"/><Relationship Id="rId10" Type="http://schemas.openxmlformats.org/officeDocument/2006/relationships/hyperlink" Target="https://github.com/ushahidi" TargetMode="External"/><Relationship Id="rId4" Type="http://schemas.openxmlformats.org/officeDocument/2006/relationships/hyperlink" Target="https://medium.com/@katestarbird" TargetMode="External"/><Relationship Id="rId9" Type="http://schemas.openxmlformats.org/officeDocument/2006/relationships/hyperlink" Target="https://github.com/jivoi/awesome-osint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2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3703320"/>
            <a:ext cx="3657600" cy="445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B8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Author: John Hogue</a:t>
            </a:r>
          </a:p>
          <a:p>
            <a:pPr marL="0" indent="0">
              <a:buNone/>
            </a:pPr>
            <a:r>
              <a:rPr lang="en-US" sz="1200" i="1" dirty="0">
                <a:solidFill>
                  <a:srgbClr val="8B8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Date: 2026-05-15</a:t>
            </a:r>
          </a:p>
        </p:txBody>
      </p:sp>
      <p:pic>
        <p:nvPicPr>
          <p:cNvPr id="7" name="Picture 6" descr="logo-banner.png">
            <a:extLst>
              <a:ext uri="{FF2B5EF4-FFF2-40B4-BE49-F238E27FC236}">
                <a16:creationId xmlns:a16="http://schemas.microsoft.com/office/drawing/2014/main" id="{E0583DC7-02CA-0A11-6EEB-5AFA3686CB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947292"/>
            <a:ext cx="9143999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849297-F013-673D-E63B-9AF23B38F5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908AB0D-153A-BDA7-FE68-49D7DF735FE4}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C7CF442-B12E-B659-C478-36ECDD7ABFAB}"/>
              </a:ext>
            </a:extLst>
          </p:cNvPr>
          <p:cNvSpPr/>
          <p:nvPr/>
        </p:nvSpPr>
        <p:spPr>
          <a:xfrm>
            <a:off x="731520" y="548640"/>
            <a:ext cx="76809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2800" i="1" dirty="0">
                <a:solidFill>
                  <a:srgbClr val="F0C7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"The distance between what is said</a:t>
            </a:r>
            <a:endParaRPr lang="en-US" sz="28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2800" i="1" dirty="0">
                <a:solidFill>
                  <a:srgbClr val="F0C7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what is known to be true</a:t>
            </a:r>
            <a:endParaRPr lang="en-US" sz="28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2800" i="1" dirty="0">
                <a:solidFill>
                  <a:srgbClr val="F0C7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has become an abyss."</a:t>
            </a:r>
            <a:endParaRPr lang="en-US" sz="28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33E75A0-73FB-83AA-B0DE-2DCC3C43AD13}"/>
              </a:ext>
            </a:extLst>
          </p:cNvPr>
          <p:cNvSpPr/>
          <p:nvPr/>
        </p:nvSpPr>
        <p:spPr>
          <a:xfrm>
            <a:off x="731520" y="274320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b="1" i="1" dirty="0">
                <a:solidFill>
                  <a:srgbClr val="8B8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the things at risk, the loss of an objective reality</a:t>
            </a:r>
            <a:endParaRPr lang="en-US" sz="1600" b="1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600" b="1" i="1" dirty="0">
                <a:solidFill>
                  <a:srgbClr val="8B8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perhaps the most dangerous.</a:t>
            </a:r>
            <a:endParaRPr lang="en-US" sz="1600" b="1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F1B2E01E-020A-B6E8-D153-4950EA33AAEA}"/>
              </a:ext>
            </a:extLst>
          </p:cNvPr>
          <p:cNvSpPr/>
          <p:nvPr/>
        </p:nvSpPr>
        <p:spPr>
          <a:xfrm>
            <a:off x="3657600" y="3566160"/>
            <a:ext cx="1828800" cy="18288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EFF6B013-6225-88F4-0704-025B2A41C791}"/>
              </a:ext>
            </a:extLst>
          </p:cNvPr>
          <p:cNvSpPr/>
          <p:nvPr/>
        </p:nvSpPr>
        <p:spPr>
          <a:xfrm>
            <a:off x="2743200" y="3703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8B8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 Mothma - Andor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3165739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212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8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18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8E8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When The Official Story Doesn't Match The Ground Truth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886200" y="1357029"/>
            <a:ext cx="1371600" cy="27432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600" i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Communities have been building their own evidence base for two decades. The pattern is consistent: when institutions fail to document what's happening, ordinary people step in.</a:t>
            </a:r>
          </a:p>
        </p:txBody>
      </p:sp>
      <p:sp>
        <p:nvSpPr>
          <p:cNvPr id="6" name="Shape 4"/>
          <p:cNvSpPr/>
          <p:nvPr/>
        </p:nvSpPr>
        <p:spPr>
          <a:xfrm>
            <a:off x="731520" y="2468880"/>
            <a:ext cx="7680960" cy="548640"/>
          </a:xfrm>
          <a:prstGeom prst="rect">
            <a:avLst/>
          </a:prstGeom>
          <a:solidFill>
            <a:srgbClr val="1E1E2E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560320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24688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Kenya 2008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3337560" y="246888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45,000 SMS reports of election violence mapped in 6 days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731520" y="3108960"/>
            <a:ext cx="7680960" cy="548640"/>
          </a:xfrm>
          <a:prstGeom prst="rect">
            <a:avLst/>
          </a:prstGeom>
          <a:solidFill>
            <a:srgbClr val="1E1E2E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20040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71600" y="31089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Fukushima 2011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3337560" y="3105886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150M+ citizen radiation readings vs. single government averages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731520" y="3749040"/>
            <a:ext cx="7680960" cy="548640"/>
          </a:xfrm>
          <a:prstGeom prst="rect">
            <a:avLst/>
          </a:prstGeom>
          <a:solidFill>
            <a:srgbClr val="1E1E2E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3840480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371600" y="37490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Syria 2012-present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3337560" y="374904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650K+ videos preserved after YouTube deleted 200K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731520" y="4389120"/>
            <a:ext cx="7680960" cy="548640"/>
          </a:xfrm>
          <a:prstGeom prst="rect">
            <a:avLst/>
          </a:prstGeom>
          <a:solidFill>
            <a:srgbClr val="1E1E2E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4480560"/>
            <a:ext cx="320040" cy="32004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371600" y="43891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Ukraine 2022-present</a:t>
            </a:r>
            <a:endParaRPr lang="en-US" sz="1600" dirty="0"/>
          </a:p>
        </p:txBody>
      </p:sp>
      <p:sp>
        <p:nvSpPr>
          <p:cNvPr id="21" name="Text 15"/>
          <p:cNvSpPr/>
          <p:nvPr/>
        </p:nvSpPr>
        <p:spPr>
          <a:xfrm>
            <a:off x="3337560" y="438912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6.9M+ videos archived; invasion detected via Google Maps traffic</a:t>
            </a:r>
            <a:endParaRPr lang="en-US" sz="14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46F0AFF-C810-9F2F-1E3F-5B1B86130BE9}"/>
              </a:ext>
            </a:extLst>
          </p:cNvPr>
          <p:cNvSpPr txBox="1"/>
          <p:nvPr/>
        </p:nvSpPr>
        <p:spPr>
          <a:xfrm>
            <a:off x="731520" y="2448648"/>
            <a:ext cx="7734903" cy="2554545"/>
          </a:xfrm>
          <a:prstGeom prst="rect">
            <a:avLst/>
          </a:prstGeom>
          <a:solidFill>
            <a:srgbClr val="12121A"/>
          </a:solidFill>
          <a:ln>
            <a:solidFill>
              <a:srgbClr val="3AAFA9"/>
            </a:solidFill>
          </a:ln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sz="3200" b="1" i="1" dirty="0">
                <a:solidFill>
                  <a:srgbClr val="3AA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Crowd-sourced civic data has contributed to ICC proceedings &amp; criminal convictions. </a:t>
            </a:r>
          </a:p>
          <a:p>
            <a:pPr lvl="0" algn="ctr">
              <a:defRPr/>
            </a:pPr>
            <a:endParaRPr lang="en-US" sz="3200" b="1" i="1" dirty="0">
              <a:solidFill>
                <a:srgbClr val="3AAFA9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lvl="0" algn="ctr">
              <a:defRPr/>
            </a:pPr>
            <a:br>
              <a:rPr lang="en-US" sz="3200" b="1" i="1" dirty="0">
                <a:solidFill>
                  <a:srgbClr val="3AA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3200" b="1" i="1" dirty="0">
                <a:solidFill>
                  <a:srgbClr val="3AA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work has real consequences.</a:t>
            </a:r>
            <a:endParaRPr lang="en-US" sz="3200" dirty="0">
              <a:solidFill>
                <a:srgbClr val="3AAFA9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12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8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18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E8E8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Three Pillars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>
              <a:buNone/>
            </a:pPr>
            <a:r>
              <a:rPr lang="en-US" sz="1300" i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crowd-sourced effort lives or dies on these axes</a:t>
            </a:r>
          </a:p>
        </p:txBody>
      </p:sp>
      <p:sp>
        <p:nvSpPr>
          <p:cNvPr id="5" name="Shape 3"/>
          <p:cNvSpPr/>
          <p:nvPr/>
        </p:nvSpPr>
        <p:spPr>
          <a:xfrm>
            <a:off x="731520" y="1554480"/>
            <a:ext cx="2560320" cy="3017520"/>
          </a:xfrm>
          <a:prstGeom prst="rect">
            <a:avLst/>
          </a:prstGeom>
          <a:solidFill>
            <a:srgbClr val="1E1E2E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31520" y="1554480"/>
            <a:ext cx="2560320" cy="54864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1640" y="1920240"/>
            <a:ext cx="640080" cy="6400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27432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kern="0" spc="4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731520" y="320040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E8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fast can you get</a:t>
            </a:r>
            <a:endParaRPr lang="en-US" sz="16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E8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data flowing?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3566160" y="1554480"/>
            <a:ext cx="2560320" cy="3017520"/>
          </a:xfrm>
          <a:prstGeom prst="rect">
            <a:avLst/>
          </a:prstGeom>
          <a:solidFill>
            <a:srgbClr val="1E1E2E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3566160" y="1554480"/>
            <a:ext cx="2560320" cy="54864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6280" y="1920240"/>
            <a:ext cx="640080" cy="6400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66160" y="27432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kern="0" spc="4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3566160" y="320040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E8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you protect</a:t>
            </a:r>
            <a:endParaRPr lang="en-US" sz="16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E8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contributors &amp; organizers?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6400800" y="1554480"/>
            <a:ext cx="2560320" cy="3017520"/>
          </a:xfrm>
          <a:prstGeom prst="rect">
            <a:avLst/>
          </a:prstGeom>
          <a:solidFill>
            <a:srgbClr val="1E1E2E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6400800" y="1554480"/>
            <a:ext cx="2560320" cy="54864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0920" y="1920240"/>
            <a:ext cx="640080" cy="6400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00800" y="27432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kern="0" spc="4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RESILIENCY</a:t>
            </a:r>
            <a:endParaRPr lang="en-US" sz="2000" dirty="0"/>
          </a:p>
        </p:txBody>
      </p:sp>
      <p:sp>
        <p:nvSpPr>
          <p:cNvPr id="19" name="Text 14"/>
          <p:cNvSpPr/>
          <p:nvPr/>
        </p:nvSpPr>
        <p:spPr>
          <a:xfrm>
            <a:off x="6400800" y="320040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E8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the effort survive</a:t>
            </a:r>
            <a:endParaRPr lang="en-US" sz="16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E8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attacks and attrition?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731520" y="46634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C94040"/>
                </a:solidFill>
                <a:latin typeface="Calibri" pitchFamily="34" charset="0"/>
                <a:cs typeface="Calibri" pitchFamily="34" charset="-120"/>
              </a:rPr>
              <a:t>These pillars exist in productive tension.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E8E8EC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Familiar Tradeoffs, Different Stakes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i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already think in triangles. The skills transfer. The stakes don't.</a:t>
            </a:r>
          </a:p>
        </p:txBody>
      </p:sp>
      <p:sp>
        <p:nvSpPr>
          <p:cNvPr id="5" name="Text 3"/>
          <p:cNvSpPr/>
          <p:nvPr/>
        </p:nvSpPr>
        <p:spPr>
          <a:xfrm>
            <a:off x="274320" y="1325880"/>
            <a:ext cx="4206240" cy="32004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 Scope Triangle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274320" y="1627632"/>
            <a:ext cx="4206240" cy="256032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srgbClr val="8B8DA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SDLC / Project Management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1463040" y="192024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30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731520" y="2240280"/>
            <a:ext cx="3291840" cy="1645920"/>
          </a:xfrm>
          <a:prstGeom prst="triangle">
            <a:avLst/>
          </a:prstGeom>
          <a:solidFill>
            <a:srgbClr val="12121A"/>
          </a:solidFill>
          <a:ln w="25400">
            <a:solidFill>
              <a:schemeClr val="bg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91440" y="393192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30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3291840" y="393192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30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645920" y="4297680"/>
            <a:ext cx="1463040" cy="347472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Pick Two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274320" y="4727448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100" b="1" i="1" dirty="0">
                <a:solidFill>
                  <a:srgbClr val="C94040"/>
                </a:solidFill>
                <a:latin typeface="Calibri" pitchFamily="34" charset="0"/>
                <a:cs typeface="Calibri" pitchFamily="34" charset="-120"/>
              </a:rPr>
              <a:t>Optimizes For Project Delivery</a:t>
            </a:r>
          </a:p>
        </p:txBody>
      </p:sp>
      <p:sp>
        <p:nvSpPr>
          <p:cNvPr id="14" name="Text 12"/>
          <p:cNvSpPr/>
          <p:nvPr/>
        </p:nvSpPr>
        <p:spPr>
          <a:xfrm>
            <a:off x="4663440" y="132588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D4A84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 Crowd Source Triangle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663440" y="1627632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srgbClr val="8B8DA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Community Data Under Pressure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852160" y="1920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300" normalizeH="0" baseline="0" noProof="0" dirty="0">
                <a:ln>
                  <a:noFill/>
                </a:ln>
                <a:solidFill>
                  <a:srgbClr val="D4A84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SPEED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5120640" y="2240280"/>
            <a:ext cx="3291840" cy="1645920"/>
          </a:xfrm>
          <a:prstGeom prst="triangle">
            <a:avLst/>
          </a:prstGeom>
          <a:solidFill>
            <a:srgbClr val="12121A"/>
          </a:solidFill>
          <a:ln w="25400">
            <a:solidFill>
              <a:srgbClr val="D4A84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480560" y="39319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300" normalizeH="0" baseline="0" noProof="0" dirty="0">
                <a:ln>
                  <a:noFill/>
                </a:ln>
                <a:solidFill>
                  <a:srgbClr val="D4A84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SAFETY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7598072" y="3931920"/>
            <a:ext cx="15459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300" normalizeH="0" baseline="0" noProof="0" dirty="0">
                <a:ln>
                  <a:noFill/>
                </a:ln>
                <a:solidFill>
                  <a:srgbClr val="D4A84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RESILIENCY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5760720" y="4297680"/>
            <a:ext cx="2011680" cy="347472"/>
          </a:xfrm>
          <a:prstGeom prst="roundRect">
            <a:avLst>
              <a:gd name="adj" fmla="val 13158"/>
            </a:avLst>
          </a:prstGeom>
          <a:solidFill>
            <a:srgbClr val="1E1E2E"/>
          </a:solidFill>
          <a:ln w="12700">
            <a:solidFill>
              <a:srgbClr val="D4A84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5760720" y="429768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F0C75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Navigate All Three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4663440" y="4727448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defRPr/>
            </a:pPr>
            <a:r>
              <a:rPr lang="en-US" sz="1100" b="1" i="1" dirty="0">
                <a:solidFill>
                  <a:srgbClr val="C94040"/>
                </a:solidFill>
                <a:latin typeface="Calibri" pitchFamily="34" charset="0"/>
                <a:cs typeface="Calibri" pitchFamily="34" charset="-120"/>
              </a:rPr>
              <a:t>Optimizes For Human Outcomes &amp; System Survival</a:t>
            </a:r>
          </a:p>
        </p:txBody>
      </p:sp>
      <p:pic>
        <p:nvPicPr>
          <p:cNvPr id="25" name="Picture 24" descr="file:///C:/Users/johnd_h4rxswp/Downloads/neq-icon.png">
            <a:extLst>
              <a:ext uri="{FF2B5EF4-FFF2-40B4-BE49-F238E27FC236}">
                <a16:creationId xmlns:a16="http://schemas.microsoft.com/office/drawing/2014/main" id="{A69706FF-2A32-B64D-2CD3-C9673B0FB1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179" y="187515"/>
            <a:ext cx="577749" cy="7040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2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0120" y="274320"/>
            <a:ext cx="7726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E8E8EC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Is Someone Already Doing This?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1" u="none" strike="noStrike" kern="1200" cap="none" spc="0" normalizeH="0" baseline="0" noProof="0" dirty="0">
                <a:ln>
                  <a:noFill/>
                </a:ln>
                <a:solidFill>
                  <a:srgbClr val="D4A84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Duplication wastes scarce volunteer energy and fragments the data.</a:t>
            </a:r>
          </a:p>
        </p:txBody>
      </p:sp>
      <p:sp>
        <p:nvSpPr>
          <p:cNvPr id="4" name="Shape 2"/>
          <p:cNvSpPr/>
          <p:nvPr/>
        </p:nvSpPr>
        <p:spPr>
          <a:xfrm>
            <a:off x="2971800" y="1417320"/>
            <a:ext cx="3200400" cy="777240"/>
          </a:xfrm>
          <a:prstGeom prst="rect">
            <a:avLst/>
          </a:prstGeom>
          <a:solidFill>
            <a:srgbClr val="262640"/>
          </a:solidFill>
          <a:ln w="19050">
            <a:solidFill>
              <a:srgbClr val="D4A84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2971800" y="141732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D4A843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WHO ELSE IS ON THIS?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62856" y="2194560"/>
            <a:ext cx="18288" cy="164592"/>
          </a:xfrm>
          <a:prstGeom prst="rect">
            <a:avLst/>
          </a:prstGeom>
          <a:solidFill>
            <a:srgbClr val="8A6F2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828800" y="2359152"/>
            <a:ext cx="5486400" cy="18288"/>
          </a:xfrm>
          <a:prstGeom prst="rect">
            <a:avLst/>
          </a:prstGeom>
          <a:solidFill>
            <a:srgbClr val="8A6F2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1819656" y="2359152"/>
            <a:ext cx="18288" cy="338328"/>
          </a:xfrm>
          <a:prstGeom prst="rect">
            <a:avLst/>
          </a:prstGeom>
          <a:solidFill>
            <a:srgbClr val="8A6F2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562856" y="2359152"/>
            <a:ext cx="18288" cy="338328"/>
          </a:xfrm>
          <a:prstGeom prst="rect">
            <a:avLst/>
          </a:prstGeom>
          <a:solidFill>
            <a:srgbClr val="8A6F2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7306056" y="2359152"/>
            <a:ext cx="18288" cy="338328"/>
          </a:xfrm>
          <a:prstGeom prst="rect">
            <a:avLst/>
          </a:prstGeom>
          <a:solidFill>
            <a:srgbClr val="8A6F2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57200" y="2697480"/>
            <a:ext cx="2743200" cy="1783080"/>
          </a:xfrm>
          <a:prstGeom prst="rect">
            <a:avLst/>
          </a:prstGeom>
          <a:solidFill>
            <a:srgbClr val="1E1E2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57200" y="2697480"/>
            <a:ext cx="2743200" cy="73152"/>
          </a:xfrm>
          <a:prstGeom prst="rect">
            <a:avLst/>
          </a:prstGeom>
          <a:solidFill>
            <a:srgbClr val="D4A84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40080" y="28346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D4A843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JOIN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40080" y="333756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8E8E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An existing effort already has data, contributors, and trust. Add to it instead of fragmenting.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3200400" y="2697480"/>
            <a:ext cx="2743200" cy="1783080"/>
          </a:xfrm>
          <a:prstGeom prst="rect">
            <a:avLst/>
          </a:prstGeom>
          <a:solidFill>
            <a:srgbClr val="1E1E2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3200400" y="2697480"/>
            <a:ext cx="2743200" cy="73152"/>
          </a:xfrm>
          <a:prstGeom prst="rect">
            <a:avLst/>
          </a:prstGeom>
          <a:solidFill>
            <a:srgbClr val="D4A84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3383280" y="28346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D4A843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COORDINATE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3383280" y="333756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8E8E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Adjacent efforts exist but yours fills a real gap. Share schemas, share learnings, don't compete.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5943600" y="2697480"/>
            <a:ext cx="2743200" cy="1783080"/>
          </a:xfrm>
          <a:prstGeom prst="rect">
            <a:avLst/>
          </a:prstGeom>
          <a:solidFill>
            <a:srgbClr val="1E1E2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5943600" y="2697480"/>
            <a:ext cx="2743200" cy="73152"/>
          </a:xfrm>
          <a:prstGeom prst="rect">
            <a:avLst/>
          </a:prstGeom>
          <a:solidFill>
            <a:srgbClr val="D4A84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126480" y="28346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D4A843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BUILD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126480" y="333756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8E8E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Nothing covers your question. Now you're on the hook for everything: </a:t>
            </a:r>
            <a:r>
              <a:rPr kumimoji="0" lang="en-US" sz="1400" b="1" i="1" u="none" strike="noStrike" kern="1200" cap="none" spc="0" normalizeH="0" baseline="0" noProof="0" dirty="0">
                <a:ln>
                  <a:noFill/>
                </a:ln>
                <a:solidFill>
                  <a:srgbClr val="E8E8E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speed, safety, resiliency, exit.</a:t>
            </a:r>
            <a:endParaRPr kumimoji="0" lang="en-US" sz="14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457200" y="46177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R="0" lvl="0" algn="ctr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1400" b="1" i="1" dirty="0">
                <a:solidFill>
                  <a:srgbClr val="C94040"/>
                </a:solidFill>
                <a:latin typeface="Calibri" pitchFamily="34" charset="0"/>
                <a:cs typeface="Calibri" pitchFamily="34" charset="-120"/>
              </a:rPr>
              <a:t>Building is the last resort, not the first move.</a:t>
            </a:r>
          </a:p>
        </p:txBody>
      </p:sp>
      <p:sp>
        <p:nvSpPr>
          <p:cNvPr id="24" name="Text 22"/>
          <p:cNvSpPr/>
          <p:nvPr/>
        </p:nvSpPr>
        <p:spPr>
          <a:xfrm>
            <a:off x="8229600" y="484632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8B8DA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4 / 18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6" name="Image 0">
            <a:extLst>
              <a:ext uri="{FF2B5EF4-FFF2-40B4-BE49-F238E27FC236}">
                <a16:creationId xmlns:a16="http://schemas.microsoft.com/office/drawing/2014/main" id="{53F3C45A-8682-2497-B1F0-A7FE1A6B08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79476"/>
            <a:ext cx="457200" cy="457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12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8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18</a:t>
            </a:r>
            <a:endParaRPr lang="en-US" sz="9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477" y="346352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17677" y="274320"/>
            <a:ext cx="7394803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E8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Question Are You Answering?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731520" y="1565236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C9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Vague mandates produce unusable data</a:t>
            </a:r>
            <a:endParaRPr lang="en-US" sz="1600" b="1" dirty="0"/>
          </a:p>
        </p:txBody>
      </p:sp>
      <p:sp>
        <p:nvSpPr>
          <p:cNvPr id="7" name="Text 4"/>
          <p:cNvSpPr/>
          <p:nvPr/>
        </p:nvSpPr>
        <p:spPr>
          <a:xfrm>
            <a:off x="4688797" y="1565236"/>
            <a:ext cx="378976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3AA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questions produce actionable data</a:t>
            </a:r>
            <a:endParaRPr lang="en-US" sz="1600" b="1" dirty="0">
              <a:solidFill>
                <a:srgbClr val="3AAFA9"/>
              </a:solidFill>
            </a:endParaRPr>
          </a:p>
        </p:txBody>
      </p:sp>
      <p:sp>
        <p:nvSpPr>
          <p:cNvPr id="8" name="Shape 5"/>
          <p:cNvSpPr/>
          <p:nvPr/>
        </p:nvSpPr>
        <p:spPr>
          <a:xfrm>
            <a:off x="731520" y="2022436"/>
            <a:ext cx="3657600" cy="457200"/>
          </a:xfrm>
          <a:prstGeom prst="rect">
            <a:avLst/>
          </a:prstGeom>
          <a:solidFill>
            <a:srgbClr val="2E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914400" y="2022436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9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"Document everything"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731520" y="2571076"/>
            <a:ext cx="3657600" cy="457200"/>
          </a:xfrm>
          <a:prstGeom prst="rect">
            <a:avLst/>
          </a:prstGeom>
          <a:solidFill>
            <a:srgbClr val="2E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914400" y="2571076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9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"Track all the activity"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731520" y="3119716"/>
            <a:ext cx="3657600" cy="457200"/>
          </a:xfrm>
          <a:prstGeom prst="rect">
            <a:avLst/>
          </a:prstGeom>
          <a:solidFill>
            <a:srgbClr val="2E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914400" y="3119716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9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"Collect reports"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4754880" y="2022436"/>
            <a:ext cx="3657600" cy="457200"/>
          </a:xfrm>
          <a:prstGeom prst="rect">
            <a:avLst/>
          </a:prstGeom>
          <a:solidFill>
            <a:srgbClr val="1E1E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4937760" y="2022436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A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is the radiation on this street?"</a:t>
            </a:r>
            <a:endParaRPr lang="en-US" sz="1400" dirty="0">
              <a:solidFill>
                <a:srgbClr val="3AAFA9"/>
              </a:solidFill>
            </a:endParaRPr>
          </a:p>
        </p:txBody>
      </p:sp>
      <p:sp>
        <p:nvSpPr>
          <p:cNvPr id="16" name="Shape 13"/>
          <p:cNvSpPr/>
          <p:nvPr/>
        </p:nvSpPr>
        <p:spPr>
          <a:xfrm>
            <a:off x="4754880" y="2571076"/>
            <a:ext cx="3657600" cy="457200"/>
          </a:xfrm>
          <a:prstGeom prst="rect">
            <a:avLst/>
          </a:prstGeom>
          <a:solidFill>
            <a:srgbClr val="1E1E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4937760" y="2571076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A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"Can this specific claim be verified?"</a:t>
            </a:r>
            <a:endParaRPr lang="en-US" sz="1400" dirty="0">
              <a:solidFill>
                <a:srgbClr val="3AAFA9"/>
              </a:solidFill>
            </a:endParaRPr>
          </a:p>
        </p:txBody>
      </p:sp>
      <p:sp>
        <p:nvSpPr>
          <p:cNvPr id="18" name="Shape 15"/>
          <p:cNvSpPr/>
          <p:nvPr/>
        </p:nvSpPr>
        <p:spPr>
          <a:xfrm>
            <a:off x="4754880" y="3119716"/>
            <a:ext cx="3657600" cy="457200"/>
          </a:xfrm>
          <a:prstGeom prst="rect">
            <a:avLst/>
          </a:prstGeom>
          <a:solidFill>
            <a:srgbClr val="1E1E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4937760" y="3119716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A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"Where were checkpoints active today?"</a:t>
            </a:r>
            <a:endParaRPr lang="en-US" sz="1400" dirty="0">
              <a:solidFill>
                <a:srgbClr val="3AAFA9"/>
              </a:solidFill>
            </a:endParaRPr>
          </a:p>
        </p:txBody>
      </p:sp>
      <p:sp>
        <p:nvSpPr>
          <p:cNvPr id="20" name="Text 17"/>
          <p:cNvSpPr/>
          <p:nvPr/>
        </p:nvSpPr>
        <p:spPr>
          <a:xfrm>
            <a:off x="731520" y="4204796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400" b="1" i="1" dirty="0">
                <a:solidFill>
                  <a:srgbClr val="C94040"/>
                </a:solidFill>
                <a:latin typeface="Calibri" pitchFamily="34" charset="0"/>
                <a:cs typeface="Calibri" pitchFamily="34" charset="-120"/>
              </a:rPr>
              <a:t>The data you don't collect can't be weaponized.</a:t>
            </a:r>
          </a:p>
        </p:txBody>
      </p:sp>
      <p:sp>
        <p:nvSpPr>
          <p:cNvPr id="24" name="Text 1">
            <a:extLst>
              <a:ext uri="{FF2B5EF4-FFF2-40B4-BE49-F238E27FC236}">
                <a16:creationId xmlns:a16="http://schemas.microsoft.com/office/drawing/2014/main" id="{89C720E6-8BE4-35EA-664B-C6067FDBBBA8}"/>
              </a:ext>
            </a:extLst>
          </p:cNvPr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1" u="none" strike="noStrike" kern="1200" cap="none" spc="0" normalizeH="0" baseline="0" noProof="0" dirty="0">
                <a:ln>
                  <a:noFill/>
                </a:ln>
                <a:solidFill>
                  <a:srgbClr val="D4A84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Define the minimum viable data point to answer the question.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0121" y="274320"/>
            <a:ext cx="7726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E8E8EC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Trust Without Identity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1" u="none" strike="noStrike" kern="1200" cap="none" spc="0" normalizeH="0" baseline="0" noProof="0" dirty="0">
                <a:ln>
                  <a:noFill/>
                </a:ln>
                <a:solidFill>
                  <a:srgbClr val="D4A84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At work you authenticate users. Here you can't — and shouldn't.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1828800" y="1417320"/>
            <a:ext cx="6035040" cy="3108960"/>
          </a:xfrm>
          <a:prstGeom prst="rect">
            <a:avLst/>
          </a:prstGeom>
          <a:solidFill>
            <a:srgbClr val="1E1E2E"/>
          </a:solidFill>
          <a:ln w="6350">
            <a:solidFill>
              <a:srgbClr val="8B8DA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1828800" y="2971800"/>
            <a:ext cx="6035040" cy="0"/>
          </a:xfrm>
          <a:prstGeom prst="line">
            <a:avLst/>
          </a:prstGeom>
          <a:noFill/>
          <a:ln w="9525">
            <a:solidFill>
              <a:srgbClr val="8B8DA0"/>
            </a:solidFill>
            <a:prstDash val="dash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846320" y="1417320"/>
            <a:ext cx="0" cy="3108960"/>
          </a:xfrm>
          <a:prstGeom prst="line">
            <a:avLst/>
          </a:prstGeom>
          <a:noFill/>
          <a:ln w="9525">
            <a:solidFill>
              <a:srgbClr val="8B8DA0"/>
            </a:solidFill>
            <a:prstDash val="dash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457200" y="15087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200" normalizeH="0" baseline="0" noProof="0" dirty="0">
                <a:ln>
                  <a:noFill/>
                </a:ln>
                <a:solidFill>
                  <a:srgbClr val="8B8DA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HIGH VERIFICATION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457200" y="41605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200" normalizeH="0" baseline="0" noProof="0" dirty="0">
                <a:ln>
                  <a:noFill/>
                </a:ln>
                <a:solidFill>
                  <a:srgbClr val="8B8DA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LOW VERIFICATION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1874520" y="45720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200" normalizeH="0" baseline="0" noProof="0" dirty="0">
                <a:ln>
                  <a:noFill/>
                </a:ln>
                <a:solidFill>
                  <a:srgbClr val="8B8DA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OPEN SUBMISSION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846320" y="457200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200" normalizeH="0" baseline="0" noProof="0" dirty="0">
                <a:ln>
                  <a:noFill/>
                </a:ln>
                <a:solidFill>
                  <a:srgbClr val="8B8DA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CLOSED SUBMISSION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2057400" y="16002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D4A843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HYBRID VERIFICATION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2057400" y="192024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8E8E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Open submission, but every report passes geo/chrono checks before publication.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937759" y="1600200"/>
            <a:ext cx="28346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 dirty="0">
                <a:solidFill>
                  <a:srgbClr val="D4A843"/>
                </a:solidFill>
                <a:latin typeface="Georgia" pitchFamily="34" charset="0"/>
              </a:rPr>
              <a:t>CLOSED CROWDSOURCING</a:t>
            </a:r>
          </a:p>
        </p:txBody>
      </p:sp>
      <p:sp>
        <p:nvSpPr>
          <p:cNvPr id="17" name="Text 15"/>
          <p:cNvSpPr/>
          <p:nvPr/>
        </p:nvSpPr>
        <p:spPr>
          <a:xfrm>
            <a:off x="5074920" y="192024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400" dirty="0">
                <a:solidFill>
                  <a:srgbClr val="E8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Vetted contributors with verified private identities and operational pseudonyms.</a:t>
            </a:r>
          </a:p>
        </p:txBody>
      </p:sp>
      <p:sp>
        <p:nvSpPr>
          <p:cNvPr id="20" name="Text 18"/>
          <p:cNvSpPr/>
          <p:nvPr/>
        </p:nvSpPr>
        <p:spPr>
          <a:xfrm>
            <a:off x="2057400" y="31546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D4A843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OPEN CROWDSOURCING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2057400" y="34747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dirty="0">
                <a:solidFill>
                  <a:srgbClr val="E8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can submit. Trust comes from clustering: independent reports agreeing.</a:t>
            </a:r>
          </a:p>
        </p:txBody>
      </p:sp>
      <p:sp>
        <p:nvSpPr>
          <p:cNvPr id="24" name="Text 22"/>
          <p:cNvSpPr/>
          <p:nvPr/>
        </p:nvSpPr>
        <p:spPr>
          <a:xfrm>
            <a:off x="5074920" y="31546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D4A843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TIERED PUBLICATION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5074920" y="34747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400" dirty="0">
                <a:solidFill>
                  <a:srgbClr val="E8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layer for speed, verified layer for confidence. Reader picks the threshold.</a:t>
            </a:r>
          </a:p>
        </p:txBody>
      </p:sp>
      <p:sp>
        <p:nvSpPr>
          <p:cNvPr id="27" name="Text 25"/>
          <p:cNvSpPr/>
          <p:nvPr/>
        </p:nvSpPr>
        <p:spPr>
          <a:xfrm>
            <a:off x="457200" y="4846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algn="ctr">
              <a:lnSpc>
                <a:spcPct val="140000"/>
              </a:lnSpc>
              <a:buFontTx/>
              <a:buNone/>
            </a:pPr>
            <a:r>
              <a:rPr lang="en-US" sz="1400" b="1" i="1" dirty="0">
                <a:solidFill>
                  <a:srgbClr val="C94040"/>
                </a:solidFill>
                <a:latin typeface="Calibri" pitchFamily="34" charset="0"/>
                <a:cs typeface="Calibri" pitchFamily="34" charset="-120"/>
              </a:rPr>
              <a:t>The right model depends on the consequence of being wrong</a:t>
            </a:r>
          </a:p>
        </p:txBody>
      </p:sp>
      <p:sp>
        <p:nvSpPr>
          <p:cNvPr id="28" name="Text 26"/>
          <p:cNvSpPr/>
          <p:nvPr/>
        </p:nvSpPr>
        <p:spPr>
          <a:xfrm>
            <a:off x="8229600" y="484632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8B8DA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6 / 18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9" name="Image 0" descr="preencoded.png">
            <a:extLst>
              <a:ext uri="{FF2B5EF4-FFF2-40B4-BE49-F238E27FC236}">
                <a16:creationId xmlns:a16="http://schemas.microsoft.com/office/drawing/2014/main" id="{7EB1D625-7744-D023-583D-2D9DF47110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66087"/>
            <a:ext cx="457200" cy="457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9264" y="274320"/>
            <a:ext cx="771753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E8E8EC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Know Your Biases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1" u="none" strike="noStrike" kern="1200" cap="none" spc="0" normalizeH="0" baseline="0" noProof="0" dirty="0">
                <a:ln>
                  <a:noFill/>
                </a:ln>
                <a:solidFill>
                  <a:srgbClr val="D4A84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You spent your career fighting biased models. This is the same problem, harder.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8229600" cy="640080"/>
          </a:xfrm>
          <a:prstGeom prst="rect">
            <a:avLst/>
          </a:prstGeom>
          <a:solidFill>
            <a:srgbClr val="1E1E2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1645920" cy="640080"/>
          </a:xfrm>
          <a:prstGeom prst="rect">
            <a:avLst/>
          </a:prstGeom>
          <a:solidFill>
            <a:srgbClr val="26264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54864" cy="640080"/>
          </a:xfrm>
          <a:prstGeom prst="rect">
            <a:avLst/>
          </a:prstGeom>
          <a:solidFill>
            <a:srgbClr val="D4A84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594360" y="132588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D4A843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Geographic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2194560" y="1399032"/>
            <a:ext cx="3749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8E8E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Connected, populous areas dominate. Rural and infrastructure-poor regions go silent.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6035040" y="1399032"/>
            <a:ext cx="2606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100" normalizeH="0" baseline="0" noProof="0" dirty="0">
                <a:ln>
                  <a:noFill/>
                </a:ln>
                <a:solidFill>
                  <a:srgbClr val="8B8DA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GROUND: </a:t>
            </a:r>
            <a:r>
              <a:rPr kumimoji="0" lang="en-US" sz="1050" b="0" i="1" u="none" strike="noStrike" kern="1200" cap="none" spc="0" normalizeH="0" baseline="0" noProof="0" dirty="0">
                <a:ln>
                  <a:noFill/>
                </a:ln>
                <a:solidFill>
                  <a:srgbClr val="E8E8E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Ushahidi's Kenya map underrepresented counties with thin SMS coverage.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57200" y="2002536"/>
            <a:ext cx="8229600" cy="640080"/>
          </a:xfrm>
          <a:prstGeom prst="rect">
            <a:avLst/>
          </a:prstGeom>
          <a:solidFill>
            <a:srgbClr val="1E1E2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57200" y="2002536"/>
            <a:ext cx="1645920" cy="640080"/>
          </a:xfrm>
          <a:prstGeom prst="rect">
            <a:avLst/>
          </a:prstGeom>
          <a:solidFill>
            <a:srgbClr val="26264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57200" y="2002536"/>
            <a:ext cx="54864" cy="640080"/>
          </a:xfrm>
          <a:prstGeom prst="rect">
            <a:avLst/>
          </a:prstGeom>
          <a:solidFill>
            <a:srgbClr val="D4A84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94360" y="2002536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D4A843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Demographic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2194560" y="2075688"/>
            <a:ext cx="3749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8E8E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Digital literacy, language, and bandwidth gate participation.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035040" y="2075688"/>
            <a:ext cx="2606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100" normalizeH="0" baseline="0" noProof="0" dirty="0">
                <a:ln>
                  <a:noFill/>
                </a:ln>
                <a:solidFill>
                  <a:srgbClr val="8B8DA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GROUND: </a:t>
            </a:r>
            <a:r>
              <a:rPr kumimoji="0" lang="en-US" sz="1050" b="0" i="1" u="none" strike="noStrike" kern="1200" cap="none" spc="0" normalizeH="0" baseline="0" noProof="0" dirty="0">
                <a:ln>
                  <a:noFill/>
                </a:ln>
                <a:solidFill>
                  <a:srgbClr val="E8E8E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Nepal earthquake mapping — the most vulnerable communities became less visible, not more.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57200" y="2679192"/>
            <a:ext cx="8229600" cy="640080"/>
          </a:xfrm>
          <a:prstGeom prst="rect">
            <a:avLst/>
          </a:prstGeom>
          <a:solidFill>
            <a:srgbClr val="1E1E2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57200" y="2679192"/>
            <a:ext cx="1645920" cy="640080"/>
          </a:xfrm>
          <a:prstGeom prst="rect">
            <a:avLst/>
          </a:prstGeom>
          <a:solidFill>
            <a:srgbClr val="26264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57200" y="2679192"/>
            <a:ext cx="54864" cy="640080"/>
          </a:xfrm>
          <a:prstGeom prst="rect">
            <a:avLst/>
          </a:prstGeom>
          <a:solidFill>
            <a:srgbClr val="D4A84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94360" y="2679192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D4A843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Survivorship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2194560" y="2752344"/>
            <a:ext cx="3749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8E8E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Only those who survived, escaped, or stayed online get to report.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035040" y="2752344"/>
            <a:ext cx="2606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100" normalizeH="0" baseline="0" noProof="0" dirty="0">
                <a:ln>
                  <a:noFill/>
                </a:ln>
                <a:solidFill>
                  <a:srgbClr val="8B8DA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GROUND: </a:t>
            </a:r>
            <a:r>
              <a:rPr kumimoji="0" lang="en-US" sz="1050" b="0" i="1" u="none" strike="noStrike" kern="1200" cap="none" spc="0" normalizeH="0" baseline="0" noProof="0" dirty="0">
                <a:ln>
                  <a:noFill/>
                </a:ln>
                <a:solidFill>
                  <a:srgbClr val="E8E8E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Syria archives are necessarily skewed toward survivors and escaped witnesses.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457200" y="3355848"/>
            <a:ext cx="8229600" cy="640080"/>
          </a:xfrm>
          <a:prstGeom prst="rect">
            <a:avLst/>
          </a:prstGeom>
          <a:solidFill>
            <a:srgbClr val="1E1E2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457200" y="3355848"/>
            <a:ext cx="1645920" cy="640080"/>
          </a:xfrm>
          <a:prstGeom prst="rect">
            <a:avLst/>
          </a:prstGeom>
          <a:solidFill>
            <a:srgbClr val="26264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457200" y="3355848"/>
            <a:ext cx="54864" cy="640080"/>
          </a:xfrm>
          <a:prstGeom prst="rect">
            <a:avLst/>
          </a:prstGeom>
          <a:solidFill>
            <a:srgbClr val="D4A84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594360" y="3355848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D4A843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Reporting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2194560" y="3429000"/>
            <a:ext cx="3749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8E8E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Dramatic events get logged; slow patterns don't. Frequency ≠ severity.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6035040" y="3429000"/>
            <a:ext cx="2606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100" normalizeH="0" baseline="0" noProof="0" dirty="0">
                <a:ln>
                  <a:noFill/>
                </a:ln>
                <a:solidFill>
                  <a:srgbClr val="8B8DA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GROUND: </a:t>
            </a:r>
            <a:r>
              <a:rPr kumimoji="0" lang="en-US" sz="1050" b="0" i="1" u="none" strike="noStrike" kern="1200" cap="none" spc="0" normalizeH="0" baseline="0" noProof="0" dirty="0">
                <a:ln>
                  <a:noFill/>
                </a:ln>
                <a:solidFill>
                  <a:srgbClr val="E8E8E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Hurricane Harvey social data overweighted affluent flood damage; persistent poverty was invisible.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457200" y="4032504"/>
            <a:ext cx="8229600" cy="640080"/>
          </a:xfrm>
          <a:prstGeom prst="rect">
            <a:avLst/>
          </a:prstGeom>
          <a:solidFill>
            <a:srgbClr val="1E1E2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457200" y="4032504"/>
            <a:ext cx="1645920" cy="640080"/>
          </a:xfrm>
          <a:prstGeom prst="rect">
            <a:avLst/>
          </a:prstGeom>
          <a:solidFill>
            <a:srgbClr val="26264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457200" y="4032504"/>
            <a:ext cx="54864" cy="640080"/>
          </a:xfrm>
          <a:prstGeom prst="rect">
            <a:avLst/>
          </a:prstGeom>
          <a:solidFill>
            <a:srgbClr val="D4A84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594360" y="4032504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D4A843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Platform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2194560" y="4105656"/>
            <a:ext cx="3749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8E8E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Your submission channel selects your respondents before anyone hits submit.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6035040" y="4105656"/>
            <a:ext cx="2606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100" normalizeH="0" baseline="0" noProof="0" dirty="0">
                <a:ln>
                  <a:noFill/>
                </a:ln>
                <a:solidFill>
                  <a:srgbClr val="8B8DA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GROUND: </a:t>
            </a:r>
            <a:r>
              <a:rPr kumimoji="0" lang="en-US" sz="1050" b="0" i="1" u="none" strike="noStrike" kern="1200" cap="none" spc="0" normalizeH="0" baseline="0" noProof="0" dirty="0">
                <a:ln>
                  <a:noFill/>
                </a:ln>
                <a:solidFill>
                  <a:srgbClr val="E8E8E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SMS reaches a different population than an iOS app or a Telegram channel.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457200" y="480060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R="0" lvl="0" algn="ctr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1400" b="1" i="1" dirty="0">
                <a:solidFill>
                  <a:srgbClr val="C94040"/>
                </a:solidFill>
                <a:latin typeface="Calibri" pitchFamily="34" charset="0"/>
                <a:cs typeface="Calibri" pitchFamily="34" charset="-120"/>
              </a:rPr>
              <a:t>Bias in this work can endanger the people the model missed.</a:t>
            </a:r>
          </a:p>
        </p:txBody>
      </p:sp>
      <p:sp>
        <p:nvSpPr>
          <p:cNvPr id="35" name="Text 33"/>
          <p:cNvSpPr/>
          <p:nvPr/>
        </p:nvSpPr>
        <p:spPr>
          <a:xfrm>
            <a:off x="8229600" y="484632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8B8DA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7 / 18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6" name="Image 0" descr="preencoded.png">
            <a:extLst>
              <a:ext uri="{FF2B5EF4-FFF2-40B4-BE49-F238E27FC236}">
                <a16:creationId xmlns:a16="http://schemas.microsoft.com/office/drawing/2014/main" id="{B4F0EA91-C49C-CFE3-EAC3-292DB56CF5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" y="374904"/>
            <a:ext cx="457200" cy="457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34134" y="274320"/>
            <a:ext cx="775266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E8E8EC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Detecting Bad Faith &amp; Data Poisoning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1" u="none" strike="noStrike" kern="1200" cap="none" spc="0" normalizeH="0" baseline="0" noProof="0" dirty="0">
                <a:ln>
                  <a:noFill/>
                </a:ln>
                <a:solidFill>
                  <a:srgbClr val="D4A84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You validate every dataset at work. Here, the dataset is also the adversary.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300" normalizeH="0" baseline="0" noProof="0" dirty="0">
                <a:ln>
                  <a:noFill/>
                </a:ln>
                <a:solidFill>
                  <a:srgbClr val="C2545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ATTACK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4754880" y="12801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300" normalizeH="0" baseline="0" noProof="0" dirty="0">
                <a:ln>
                  <a:noFill/>
                </a:ln>
                <a:solidFill>
                  <a:srgbClr val="3AAFA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DEFENSE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3AAFA9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4114800" cy="566928"/>
          </a:xfrm>
          <a:prstGeom prst="rect">
            <a:avLst/>
          </a:prstGeom>
          <a:solidFill>
            <a:srgbClr val="1E1E2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57200" y="1600200"/>
            <a:ext cx="54864" cy="566928"/>
          </a:xfrm>
          <a:prstGeom prst="rect">
            <a:avLst/>
          </a:prstGeom>
          <a:solidFill>
            <a:srgbClr val="C2545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640080" y="165506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E8E8EC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Bot Flooding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640080" y="189280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8B8DA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Automated submissions drown legitimate reports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572000" y="1883664"/>
            <a:ext cx="164592" cy="0"/>
          </a:xfrm>
          <a:prstGeom prst="line">
            <a:avLst/>
          </a:prstGeom>
          <a:noFill/>
          <a:ln w="12700">
            <a:solidFill>
              <a:srgbClr val="8B8DA0"/>
            </a:solidFill>
            <a:prstDash val="solid"/>
            <a:tailEnd type="triangl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754880" y="1600200"/>
            <a:ext cx="3931920" cy="566928"/>
          </a:xfrm>
          <a:prstGeom prst="rect">
            <a:avLst/>
          </a:prstGeom>
          <a:solidFill>
            <a:srgbClr val="1E1E2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754880" y="1600200"/>
            <a:ext cx="54864" cy="566928"/>
          </a:xfrm>
          <a:prstGeom prst="rect">
            <a:avLst/>
          </a:prstGeom>
          <a:solidFill>
            <a:srgbClr val="3AAFA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937760" y="1600200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E8E8E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limiting, behavioral fingerprinting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57200" y="2212848"/>
            <a:ext cx="4114800" cy="566928"/>
          </a:xfrm>
          <a:prstGeom prst="rect">
            <a:avLst/>
          </a:prstGeom>
          <a:solidFill>
            <a:srgbClr val="1E1E2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57200" y="2212848"/>
            <a:ext cx="54864" cy="566928"/>
          </a:xfrm>
          <a:prstGeom prst="rect">
            <a:avLst/>
          </a:prstGeom>
          <a:solidFill>
            <a:srgbClr val="C2545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40080" y="226771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E8E8EC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False Reports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40080" y="250545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8B8DA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Deliberate misinformation seeded to discredit the dataset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572000" y="2496312"/>
            <a:ext cx="164592" cy="0"/>
          </a:xfrm>
          <a:prstGeom prst="line">
            <a:avLst/>
          </a:prstGeom>
          <a:noFill/>
          <a:ln w="12700">
            <a:solidFill>
              <a:srgbClr val="8B8DA0"/>
            </a:solidFill>
            <a:prstDash val="solid"/>
            <a:tailEnd type="triangl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754880" y="2212848"/>
            <a:ext cx="3931920" cy="566928"/>
          </a:xfrm>
          <a:prstGeom prst="rect">
            <a:avLst/>
          </a:prstGeom>
          <a:solidFill>
            <a:srgbClr val="1E1E2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754880" y="2212848"/>
            <a:ext cx="54864" cy="566928"/>
          </a:xfrm>
          <a:prstGeom prst="rect">
            <a:avLst/>
          </a:prstGeom>
          <a:solidFill>
            <a:srgbClr val="3AAFA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937760" y="2212848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E8E8E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Multi-source corroboration, geographic clustering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457200" y="2825496"/>
            <a:ext cx="4114800" cy="566928"/>
          </a:xfrm>
          <a:prstGeom prst="rect">
            <a:avLst/>
          </a:prstGeom>
          <a:solidFill>
            <a:srgbClr val="1E1E2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457200" y="2825496"/>
            <a:ext cx="54864" cy="566928"/>
          </a:xfrm>
          <a:prstGeom prst="rect">
            <a:avLst/>
          </a:prstGeom>
          <a:solidFill>
            <a:srgbClr val="C2545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40080" y="288036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E8E8EC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Weaponized Flagging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40080" y="311810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8B8DA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Platform moderation rules turned against you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4572000" y="3108960"/>
            <a:ext cx="164592" cy="0"/>
          </a:xfrm>
          <a:prstGeom prst="line">
            <a:avLst/>
          </a:prstGeom>
          <a:noFill/>
          <a:ln w="12700">
            <a:solidFill>
              <a:srgbClr val="8B8DA0"/>
            </a:solidFill>
            <a:prstDash val="solid"/>
            <a:tailEnd type="triangl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4754880" y="2825496"/>
            <a:ext cx="3931920" cy="566928"/>
          </a:xfrm>
          <a:prstGeom prst="rect">
            <a:avLst/>
          </a:prstGeom>
          <a:solidFill>
            <a:srgbClr val="1E1E2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4754880" y="2825496"/>
            <a:ext cx="54864" cy="566928"/>
          </a:xfrm>
          <a:prstGeom prst="rect">
            <a:avLst/>
          </a:prstGeom>
          <a:solidFill>
            <a:srgbClr val="3AAFA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4937760" y="2825496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E8E8E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archives, never trust third-party as primary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457200" y="3438144"/>
            <a:ext cx="4114800" cy="566928"/>
          </a:xfrm>
          <a:prstGeom prst="rect">
            <a:avLst/>
          </a:prstGeom>
          <a:solidFill>
            <a:srgbClr val="1E1E2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457200" y="3438144"/>
            <a:ext cx="54864" cy="566928"/>
          </a:xfrm>
          <a:prstGeom prst="rect">
            <a:avLst/>
          </a:prstGeom>
          <a:solidFill>
            <a:srgbClr val="C2545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640080" y="349300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E8E8EC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Trust Gaming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640080" y="37307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8B8DA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Bots simulate normal behavior, build credit, then inject false data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4572000" y="3721608"/>
            <a:ext cx="164592" cy="0"/>
          </a:xfrm>
          <a:prstGeom prst="line">
            <a:avLst/>
          </a:prstGeom>
          <a:noFill/>
          <a:ln w="12700">
            <a:solidFill>
              <a:srgbClr val="8B8DA0"/>
            </a:solidFill>
            <a:prstDash val="solid"/>
            <a:tailEnd type="triangl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4754880" y="3438144"/>
            <a:ext cx="3931920" cy="566928"/>
          </a:xfrm>
          <a:prstGeom prst="rect">
            <a:avLst/>
          </a:prstGeom>
          <a:solidFill>
            <a:srgbClr val="1E1E2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4754880" y="3438144"/>
            <a:ext cx="54864" cy="566928"/>
          </a:xfrm>
          <a:prstGeom prst="rect">
            <a:avLst/>
          </a:prstGeom>
          <a:solidFill>
            <a:srgbClr val="3AAFA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4937760" y="3438144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E8E8E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Redundancy: multiple independent observers per event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457200" y="4050792"/>
            <a:ext cx="4114800" cy="566928"/>
          </a:xfrm>
          <a:prstGeom prst="rect">
            <a:avLst/>
          </a:prstGeom>
          <a:solidFill>
            <a:srgbClr val="1E1E2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457200" y="4050792"/>
            <a:ext cx="54864" cy="566928"/>
          </a:xfrm>
          <a:prstGeom prst="rect">
            <a:avLst/>
          </a:prstGeom>
          <a:solidFill>
            <a:srgbClr val="C2545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640080" y="410565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1" i="0" u="none" strike="noStrike" kern="1200" cap="none" spc="0" normalizeH="0" baseline="0" noProof="0" dirty="0">
                <a:ln>
                  <a:noFill/>
                </a:ln>
                <a:solidFill>
                  <a:srgbClr val="E8E8EC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AI-Generated Content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640080" y="43434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8B8DA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Synthetic text and images polluting submissions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4572000" y="4334256"/>
            <a:ext cx="164592" cy="0"/>
          </a:xfrm>
          <a:prstGeom prst="line">
            <a:avLst/>
          </a:prstGeom>
          <a:noFill/>
          <a:ln w="12700">
            <a:solidFill>
              <a:srgbClr val="8B8DA0"/>
            </a:solidFill>
            <a:prstDash val="solid"/>
            <a:tailEnd type="triangl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4754880" y="4050792"/>
            <a:ext cx="3931920" cy="566928"/>
          </a:xfrm>
          <a:prstGeom prst="rect">
            <a:avLst/>
          </a:prstGeom>
          <a:solidFill>
            <a:srgbClr val="1E1E2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4754880" y="4050792"/>
            <a:ext cx="54864" cy="566928"/>
          </a:xfrm>
          <a:prstGeom prst="rect">
            <a:avLst/>
          </a:prstGeom>
          <a:solidFill>
            <a:srgbClr val="3AAFA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4937760" y="4050792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E8E8E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Authentication, metadata checks, human review layer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457200" y="4846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R="0" lvl="0" algn="ctr" fontAlgn="auto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1400" b="1" i="1" dirty="0">
                <a:solidFill>
                  <a:srgbClr val="C94040"/>
                </a:solidFill>
                <a:latin typeface="Calibri" pitchFamily="34" charset="0"/>
                <a:cs typeface="Calibri" pitchFamily="34" charset="-120"/>
              </a:rPr>
              <a:t>Treat your pipeline like a security perimeter. It is one.</a:t>
            </a:r>
          </a:p>
        </p:txBody>
      </p:sp>
      <p:sp>
        <p:nvSpPr>
          <p:cNvPr id="47" name="Text 45"/>
          <p:cNvSpPr/>
          <p:nvPr/>
        </p:nvSpPr>
        <p:spPr>
          <a:xfrm>
            <a:off x="8229600" y="484632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8B8DA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8 / 18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8" name="Image 0" descr="preencoded.png">
            <a:extLst>
              <a:ext uri="{FF2B5EF4-FFF2-40B4-BE49-F238E27FC236}">
                <a16:creationId xmlns:a16="http://schemas.microsoft.com/office/drawing/2014/main" id="{624FCBC0-7F3B-E868-0B16-B08C37AA69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" y="324612"/>
            <a:ext cx="457200" cy="457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7432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E8E8EC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Protecting Contributors &amp; Organizers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1" u="none" strike="noStrike" kern="1200" cap="none" spc="0" normalizeH="0" baseline="0" noProof="0" dirty="0">
                <a:ln>
                  <a:noFill/>
                </a:ln>
                <a:solidFill>
                  <a:srgbClr val="D4A84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Privacy at work is compliance. Here, it's whether someone goes home tonight.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20040" y="1691640"/>
            <a:ext cx="2743200" cy="2743200"/>
          </a:xfrm>
          <a:prstGeom prst="rect">
            <a:avLst/>
          </a:prstGeom>
          <a:solidFill>
            <a:srgbClr val="1E1E2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20040" y="1691640"/>
            <a:ext cx="2743200" cy="73152"/>
          </a:xfrm>
          <a:prstGeom prst="rect">
            <a:avLst/>
          </a:prstGeom>
          <a:solidFill>
            <a:srgbClr val="D4A84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502920" y="19202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100" normalizeH="0" baseline="0" noProof="0" dirty="0">
                <a:ln>
                  <a:noFill/>
                </a:ln>
                <a:solidFill>
                  <a:srgbClr val="D4A843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KNOW THE THREAT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502920" y="2441448"/>
            <a:ext cx="2377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E8E8E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State, corporate, vigilante; each has different capabilities.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600" dirty="0">
              <a:solidFill>
                <a:srgbClr val="E8E8E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E8E8E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Scale your defenses to actual threats.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200400" y="1691640"/>
            <a:ext cx="2743200" cy="2743200"/>
          </a:xfrm>
          <a:prstGeom prst="rect">
            <a:avLst/>
          </a:prstGeom>
          <a:solidFill>
            <a:srgbClr val="1E1E2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3200400" y="1691640"/>
            <a:ext cx="2743200" cy="73152"/>
          </a:xfrm>
          <a:prstGeom prst="rect">
            <a:avLst/>
          </a:prstGeom>
          <a:solidFill>
            <a:srgbClr val="D4A84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383280" y="19202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100" normalizeH="0" baseline="0" noProof="0" dirty="0">
                <a:ln>
                  <a:noFill/>
                </a:ln>
                <a:solidFill>
                  <a:srgbClr val="D4A843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COLLECT LESS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383280" y="2441448"/>
            <a:ext cx="2377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E8E8E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Every unnecessary field is a future weapon.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600" dirty="0">
              <a:solidFill>
                <a:srgbClr val="E8E8E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E8E8E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Strip metadata at ingestion.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600" dirty="0">
              <a:solidFill>
                <a:srgbClr val="E8E8E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E8E8E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Reduce precision to what your analysis truly needs.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080760" y="1691640"/>
            <a:ext cx="2743200" cy="2743200"/>
          </a:xfrm>
          <a:prstGeom prst="rect">
            <a:avLst/>
          </a:prstGeom>
          <a:solidFill>
            <a:srgbClr val="1E1E2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080760" y="1691640"/>
            <a:ext cx="2743200" cy="73152"/>
          </a:xfrm>
          <a:prstGeom prst="rect">
            <a:avLst/>
          </a:prstGeom>
          <a:solidFill>
            <a:srgbClr val="D4A843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080760" y="19202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100" normalizeH="0" baseline="0" noProof="0" dirty="0">
                <a:ln>
                  <a:noFill/>
                </a:ln>
                <a:solidFill>
                  <a:srgbClr val="D4A843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COMPARTMENTALIZE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263640" y="2441448"/>
            <a:ext cx="2377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 algn="ctr"/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E8E8E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No single point of failure should endanger the whole effort. </a:t>
            </a:r>
          </a:p>
          <a:p>
            <a:pPr lvl="0" algn="ctr"/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E8E8EC"/>
              </a:solidFill>
              <a:effectLst/>
              <a:uLnTx/>
              <a:uFillTx/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lvl="0" algn="ctr"/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E8E8E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Distribute credentials. </a:t>
            </a:r>
          </a:p>
          <a:p>
            <a:pPr lvl="0" algn="ctr"/>
            <a:endParaRPr lang="en-US" sz="1600" dirty="0">
              <a:solidFill>
                <a:srgbClr val="E8E8E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lvl="0" algn="ctr"/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E8E8E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Pre-establish backup communication channels</a:t>
            </a:r>
            <a:r>
              <a:rPr lang="en-US" sz="1600" dirty="0">
                <a:solidFill>
                  <a:srgbClr val="E8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8229600" y="484632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8B8DA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9 / 18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1" name="Image 0" descr="preencoded.png">
            <a:extLst>
              <a:ext uri="{FF2B5EF4-FFF2-40B4-BE49-F238E27FC236}">
                <a16:creationId xmlns:a16="http://schemas.microsoft.com/office/drawing/2014/main" id="{F9B4F56C-F3EA-0B2F-2791-7E60D6C7CC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20040"/>
            <a:ext cx="457200" cy="457200"/>
          </a:xfrm>
          <a:prstGeom prst="rect">
            <a:avLst/>
          </a:prstGeom>
        </p:spPr>
      </p:pic>
      <p:sp>
        <p:nvSpPr>
          <p:cNvPr id="22" name="Text 13">
            <a:extLst>
              <a:ext uri="{FF2B5EF4-FFF2-40B4-BE49-F238E27FC236}">
                <a16:creationId xmlns:a16="http://schemas.microsoft.com/office/drawing/2014/main" id="{1236C726-79DD-32B9-C841-90566E6AD164}"/>
              </a:ext>
            </a:extLst>
          </p:cNvPr>
          <p:cNvSpPr/>
          <p:nvPr/>
        </p:nvSpPr>
        <p:spPr>
          <a:xfrm>
            <a:off x="731520" y="46634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b="1" i="1" dirty="0">
                <a:solidFill>
                  <a:srgbClr val="C9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Over-securing paralyzes operations as fast as under-securing.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12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8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18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8E8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Mosaic Effect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005840"/>
            <a:ext cx="1371600" cy="27432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1887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i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Individually harmless data points become dangerous when combined.</a:t>
            </a:r>
          </a:p>
        </p:txBody>
      </p:sp>
      <p:sp>
        <p:nvSpPr>
          <p:cNvPr id="6" name="Shape 4"/>
          <p:cNvSpPr/>
          <p:nvPr/>
        </p:nvSpPr>
        <p:spPr>
          <a:xfrm>
            <a:off x="731520" y="1737359"/>
            <a:ext cx="3200400" cy="2217419"/>
          </a:xfrm>
          <a:prstGeom prst="rect">
            <a:avLst/>
          </a:prstGeom>
          <a:solidFill>
            <a:srgbClr val="1E1E2E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31520" y="182880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87%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731520" y="3074669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Americans uniquely identifiable</a:t>
            </a:r>
            <a:endParaRPr lang="en-US" sz="1600" dirty="0">
              <a:solidFill>
                <a:srgbClr val="D4A843"/>
              </a:solidFill>
            </a:endParaRPr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just 3 data points:</a:t>
            </a:r>
            <a:endParaRPr lang="en-US" sz="1600" dirty="0">
              <a:solidFill>
                <a:srgbClr val="D4A843"/>
              </a:solidFill>
            </a:endParaRPr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6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ZIP + birthdate + gender</a:t>
            </a:r>
            <a:endParaRPr lang="en-US" sz="1600" dirty="0">
              <a:solidFill>
                <a:srgbClr val="D4A843"/>
              </a:solidFill>
            </a:endParaRPr>
          </a:p>
        </p:txBody>
      </p:sp>
      <p:sp>
        <p:nvSpPr>
          <p:cNvPr id="9" name="Shape 7"/>
          <p:cNvSpPr/>
          <p:nvPr/>
        </p:nvSpPr>
        <p:spPr>
          <a:xfrm>
            <a:off x="4389120" y="1737360"/>
            <a:ext cx="4023360" cy="2217420"/>
          </a:xfrm>
          <a:prstGeom prst="rect">
            <a:avLst/>
          </a:prstGeom>
          <a:solidFill>
            <a:srgbClr val="1E1E2E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0" y="1828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examples: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0" y="2194560"/>
            <a:ext cx="36576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Strava heatmap exposed military bases, patrol routes, and 18,599 French military personnel across 100 bases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NYC taxi data was reverse-engineered to identify Muslim drivers via prayer time correlations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 Prize data de-anonymized through correlation with public IMDb reviews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14400" y="42062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C9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for the assumption that your adversary has access to datasets you don't know about.</a:t>
            </a:r>
            <a:endParaRPr lang="en-US" sz="1400" i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212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9">
            <a:extLst>
              <a:ext uri="{FF2B5EF4-FFF2-40B4-BE49-F238E27FC236}">
                <a16:creationId xmlns:a16="http://schemas.microsoft.com/office/drawing/2014/main" id="{4B354433-78C6-6578-0D79-24C34E12E48C}"/>
              </a:ext>
            </a:extLst>
          </p:cNvPr>
          <p:cNvSpPr/>
          <p:nvPr/>
        </p:nvSpPr>
        <p:spPr>
          <a:xfrm>
            <a:off x="731520" y="4206240"/>
            <a:ext cx="7680960" cy="457200"/>
          </a:xfrm>
          <a:prstGeom prst="rect">
            <a:avLst/>
          </a:prstGeom>
          <a:solidFill>
            <a:srgbClr val="1E1E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5">
            <a:extLst>
              <a:ext uri="{FF2B5EF4-FFF2-40B4-BE49-F238E27FC236}">
                <a16:creationId xmlns:a16="http://schemas.microsoft.com/office/drawing/2014/main" id="{CEFE8534-1B30-FECA-5DA8-009AD0863935}"/>
              </a:ext>
            </a:extLst>
          </p:cNvPr>
          <p:cNvSpPr/>
          <p:nvPr/>
        </p:nvSpPr>
        <p:spPr>
          <a:xfrm>
            <a:off x="731520" y="3108960"/>
            <a:ext cx="7680960" cy="457200"/>
          </a:xfrm>
          <a:prstGeom prst="rect">
            <a:avLst/>
          </a:prstGeom>
          <a:solidFill>
            <a:srgbClr val="1E1E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" name="Text 0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8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18</a:t>
            </a:r>
            <a:endParaRPr lang="en-US" sz="9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2004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274320"/>
            <a:ext cx="7040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8E8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Control Your Infrastructure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731520" y="1005840"/>
            <a:ext cx="1371600" cy="27432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731520" y="1188720"/>
            <a:ext cx="7680960" cy="1097280"/>
          </a:xfrm>
          <a:prstGeom prst="rect">
            <a:avLst/>
          </a:prstGeom>
          <a:solidFill>
            <a:srgbClr val="1E1E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914400" y="118872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F0C7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"We are writing our memories not in our own book but in a third party's book. We don't have control of it."</a:t>
            </a: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8B8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Hadi al Khatib, Syrian Archive founder, after YouTube deleted 200,000 videos of the Syrian conflict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731520" y="2560320"/>
            <a:ext cx="7680960" cy="457200"/>
          </a:xfrm>
          <a:prstGeom prst="rect">
            <a:avLst/>
          </a:prstGeom>
          <a:solidFill>
            <a:srgbClr val="1E1E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914400" y="25603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your data live on infrastructure you control? Plan for the day platforms delete it.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914400" y="31089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distributed is your architecture? Mirrors across jurisdictions resist legal takedowns.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731520" y="3657600"/>
            <a:ext cx="7680960" cy="457200"/>
          </a:xfrm>
          <a:prstGeom prst="rect">
            <a:avLst/>
          </a:prstGeom>
          <a:solidFill>
            <a:srgbClr val="1E1E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914400" y="3657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your plan for internet shutdowns? (Egypt, Iran, Belarus, India have all imposed them)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914400" y="42062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you handle platform rules being weaponized against you?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731520" y="46634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C9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"Too distributed to fail"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212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8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18</a:t>
            </a:r>
            <a:endParaRPr lang="en-US" sz="9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2004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274320"/>
            <a:ext cx="7040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8E8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To Do With The Data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731520" y="1005840"/>
            <a:ext cx="1371600" cy="27432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731520" y="1280160"/>
            <a:ext cx="7680960" cy="530352"/>
          </a:xfrm>
          <a:prstGeom prst="rect">
            <a:avLst/>
          </a:prstGeom>
          <a:solidFill>
            <a:srgbClr val="1E1E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914400" y="1280160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benefits from this data?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114800" y="1280160"/>
            <a:ext cx="4114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8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 Principles: Collective Benefit, Authority to Control, Responsibility, Ethics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731520" y="1901952"/>
            <a:ext cx="7680960" cy="530352"/>
          </a:xfrm>
          <a:prstGeom prst="rect">
            <a:avLst/>
          </a:prstGeom>
          <a:solidFill>
            <a:srgbClr val="1E1E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914400" y="1901952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controls access?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4114800" y="1901952"/>
            <a:ext cx="4114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8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roles, permissions, and revocation processes before collection begins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731520" y="2523744"/>
            <a:ext cx="7680960" cy="530352"/>
          </a:xfrm>
          <a:prstGeom prst="rect">
            <a:avLst/>
          </a:prstGeom>
          <a:solidFill>
            <a:srgbClr val="1E1E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914400" y="2523744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your retention policies?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4114800" y="2523744"/>
            <a:ext cx="4114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8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long do you keep raw data? When does it get aggregated or destroyed?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731520" y="3145536"/>
            <a:ext cx="7680960" cy="530352"/>
          </a:xfrm>
          <a:prstGeom prst="rect">
            <a:avLst/>
          </a:prstGeom>
          <a:solidFill>
            <a:srgbClr val="1E1E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914400" y="3145536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this data harm the people it describes?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4114800" y="3145536"/>
            <a:ext cx="4114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8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well-intentioned collection can endanger vulnerable communities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731520" y="3767328"/>
            <a:ext cx="7680960" cy="530352"/>
          </a:xfrm>
          <a:prstGeom prst="rect">
            <a:avLst/>
          </a:prstGeom>
          <a:solidFill>
            <a:srgbClr val="1E1E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914400" y="3767328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this data creating legal obligations?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4114800" y="3767328"/>
            <a:ext cx="4114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8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preservation, data protection laws, cross-border data transfer rules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731520" y="4389120"/>
            <a:ext cx="7680960" cy="530352"/>
          </a:xfrm>
          <a:prstGeom prst="rect">
            <a:avLst/>
          </a:prstGeom>
          <a:solidFill>
            <a:srgbClr val="1E1E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914400" y="4389120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you publish responsibly?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4114800" y="4389120"/>
            <a:ext cx="4114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8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Aggregate, anonymize, delay. </a:t>
            </a:r>
            <a:endParaRPr lang="en-US" sz="14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F38A83B-925D-57FA-C1ED-BAB62E61FE81}"/>
              </a:ext>
            </a:extLst>
          </p:cNvPr>
          <p:cNvSpPr txBox="1"/>
          <p:nvPr/>
        </p:nvSpPr>
        <p:spPr>
          <a:xfrm>
            <a:off x="3279341" y="2571750"/>
            <a:ext cx="4647652" cy="1077218"/>
          </a:xfrm>
          <a:prstGeom prst="rect">
            <a:avLst/>
          </a:prstGeom>
          <a:solidFill>
            <a:srgbClr val="12121A"/>
          </a:solidFill>
          <a:ln>
            <a:solidFill>
              <a:srgbClr val="3AAFA9"/>
            </a:solidFill>
          </a:ln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sz="3200" b="1" i="1" dirty="0">
                <a:solidFill>
                  <a:srgbClr val="3AA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you release cannot be un-released.</a:t>
            </a:r>
            <a:endParaRPr lang="en-US" sz="3200" dirty="0">
              <a:solidFill>
                <a:srgbClr val="3AAFA9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212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8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18</a:t>
            </a:r>
            <a:endParaRPr lang="en-US" sz="9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2004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274320"/>
            <a:ext cx="7040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8E8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Does It End?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731520" y="1005840"/>
            <a:ext cx="1371600" cy="27432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31520" y="11887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Handoff, sunset, or destruction. Sustainability is the silent killer of civic tech. </a:t>
            </a:r>
          </a:p>
        </p:txBody>
      </p:sp>
      <p:sp>
        <p:nvSpPr>
          <p:cNvPr id="7" name="Shape 4"/>
          <p:cNvSpPr/>
          <p:nvPr/>
        </p:nvSpPr>
        <p:spPr>
          <a:xfrm>
            <a:off x="731520" y="1737360"/>
            <a:ext cx="7680960" cy="914400"/>
          </a:xfrm>
          <a:prstGeom prst="rect">
            <a:avLst/>
          </a:prstGeom>
          <a:solidFill>
            <a:srgbClr val="1E1E2E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731520" y="1737360"/>
            <a:ext cx="54864" cy="914400"/>
          </a:xfrm>
          <a:prstGeom prst="rect">
            <a:avLst/>
          </a:prstGeom>
          <a:solidFill>
            <a:srgbClr val="3AAFA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1005840" y="173736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3AA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Orderly Wind-down</a:t>
            </a:r>
            <a:endParaRPr lang="en-US" dirty="0">
              <a:solidFill>
                <a:srgbClr val="3AAFA9"/>
              </a:solidFill>
            </a:endParaRPr>
          </a:p>
        </p:txBody>
      </p:sp>
      <p:sp>
        <p:nvSpPr>
          <p:cNvPr id="10" name="Text 7"/>
          <p:cNvSpPr/>
          <p:nvPr/>
        </p:nvSpPr>
        <p:spPr>
          <a:xfrm>
            <a:off x="3200400" y="173736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E8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accomplished or funding exhausted. Who inherits the data? How is community trust transferred?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731520" y="2788920"/>
            <a:ext cx="7680960" cy="914400"/>
          </a:xfrm>
          <a:prstGeom prst="rect">
            <a:avLst/>
          </a:prstGeom>
          <a:solidFill>
            <a:srgbClr val="1E1E2E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731520" y="2788920"/>
            <a:ext cx="54864" cy="914400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1005840" y="278892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Forced Shutdown</a:t>
            </a: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3200400" y="278892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E8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action, platform takedown, or political pressure. Where does the data go? What gets preserved vs. destroyed?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731520" y="3840480"/>
            <a:ext cx="7680960" cy="914400"/>
          </a:xfrm>
          <a:prstGeom prst="rect">
            <a:avLst/>
          </a:prstGeom>
          <a:solidFill>
            <a:srgbClr val="1E1E2E"/>
          </a:solidFill>
          <a:ln/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731520" y="3840480"/>
            <a:ext cx="54864" cy="914400"/>
          </a:xfrm>
          <a:prstGeom prst="rect">
            <a:avLst/>
          </a:prstGeom>
          <a:solidFill>
            <a:srgbClr val="C940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1005840" y="38404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C9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Organizer Attrition</a:t>
            </a: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3200400" y="384048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E8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people leave, burn out or worse. Who has backup credentials? What's the succession plan?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212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8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18</a:t>
            </a:r>
            <a:endParaRPr lang="en-US" sz="9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2004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274320"/>
            <a:ext cx="7040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8E8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When It Goes Wrong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731520" y="1005840"/>
            <a:ext cx="1371600" cy="27432"/>
          </a:xfrm>
          <a:prstGeom prst="rect">
            <a:avLst/>
          </a:prstGeom>
          <a:solidFill>
            <a:srgbClr val="C940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731520" y="1280160"/>
            <a:ext cx="7680960" cy="658368"/>
          </a:xfrm>
          <a:prstGeom prst="rect">
            <a:avLst/>
          </a:prstGeom>
          <a:solidFill>
            <a:srgbClr val="2E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914400" y="1280160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9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Boston Marathon Reddit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200400" y="1280160"/>
            <a:ext cx="5029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E8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Crowdsourced investigations lack due process. Social media turns speculation into viral accusation.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731520" y="2029968"/>
            <a:ext cx="7680960" cy="658368"/>
          </a:xfrm>
          <a:prstGeom prst="rect">
            <a:avLst/>
          </a:prstGeom>
          <a:solidFill>
            <a:srgbClr val="2E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914400" y="2029968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9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Syria: YouTube deletions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3200400" y="2029968"/>
            <a:ext cx="5029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E8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200K+ videos destroyed by automated content moderation. Evidence must live on infrastructure you control.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731520" y="2779776"/>
            <a:ext cx="7680960" cy="658368"/>
          </a:xfrm>
          <a:prstGeom prst="rect">
            <a:avLst/>
          </a:prstGeom>
          <a:solidFill>
            <a:srgbClr val="2E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914400" y="2779776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9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Tunisia: ISP code injection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3200400" y="2779776"/>
            <a:ext cx="5029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E8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stole activist passwords through the ISP itself. The network layer is adversarial.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731520" y="3529584"/>
            <a:ext cx="7680960" cy="658368"/>
          </a:xfrm>
          <a:prstGeom prst="rect">
            <a:avLst/>
          </a:prstGeom>
          <a:solidFill>
            <a:srgbClr val="2E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914400" y="3529584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9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Haiti: SMS pleas published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3200400" y="3529584"/>
            <a:ext cx="5029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E8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personal location data made public without consent. Good intentions don't prevent harm.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731520" y="4279392"/>
            <a:ext cx="7680960" cy="658368"/>
          </a:xfrm>
          <a:prstGeom prst="rect">
            <a:avLst/>
          </a:prstGeom>
          <a:solidFill>
            <a:srgbClr val="2E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914400" y="4279392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9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Bridgefy app (HK/Belarus)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3200400" y="4279392"/>
            <a:ext cx="5029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E8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of adoption outran security vetting. Researchers could read messages and build social graphs.</a:t>
            </a:r>
            <a:endParaRPr lang="en-US" sz="14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FA9C91A-BFE6-FA58-4EB8-4CE24C66A323}"/>
              </a:ext>
            </a:extLst>
          </p:cNvPr>
          <p:cNvSpPr txBox="1"/>
          <p:nvPr/>
        </p:nvSpPr>
        <p:spPr>
          <a:xfrm>
            <a:off x="3279341" y="2571750"/>
            <a:ext cx="4647652" cy="1077218"/>
          </a:xfrm>
          <a:prstGeom prst="rect">
            <a:avLst/>
          </a:prstGeom>
          <a:solidFill>
            <a:srgbClr val="12121A"/>
          </a:solidFill>
          <a:ln>
            <a:solidFill>
              <a:srgbClr val="3AAFA9"/>
            </a:solidFill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b="1" i="1" dirty="0">
                <a:solidFill>
                  <a:srgbClr val="3AA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The data is not the point.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b="1" i="1" dirty="0">
                <a:solidFill>
                  <a:srgbClr val="3AA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people are.</a:t>
            </a:r>
            <a:endParaRPr lang="en-US" sz="3200" dirty="0">
              <a:solidFill>
                <a:srgbClr val="3AAFA9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800" b="1" dirty="0">
                <a:solidFill>
                  <a:srgbClr val="D4A843"/>
                </a:solidFill>
                <a:latin typeface="Georgia" pitchFamily="34" charset="0"/>
              </a:rPr>
              <a:t>Some Tradeoffs</a:t>
            </a:r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800" b="1" i="0" u="none" strike="noStrike" kern="1200" cap="none" spc="0" normalizeH="0" baseline="0" noProof="0" dirty="0">
                <a:ln>
                  <a:noFill/>
                </a:ln>
                <a:solidFill>
                  <a:srgbClr val="D4A843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Don't Have A Right Answer</a:t>
            </a:r>
            <a:endParaRPr kumimoji="0" lang="en-US" sz="3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34340" y="1783080"/>
            <a:ext cx="4069080" cy="1234440"/>
          </a:xfrm>
          <a:prstGeom prst="rect">
            <a:avLst/>
          </a:prstGeom>
          <a:solidFill>
            <a:srgbClr val="1E1E2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571500" y="192024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E8E8EC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SPEED</a:t>
            </a: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D4A843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 xml:space="preserve">  vs  </a:t>
            </a: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E8E8EC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RIGOR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662940" y="2468880"/>
            <a:ext cx="36118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1" u="none" strike="noStrike" kern="1200" cap="none" spc="0" normalizeH="0" baseline="0" noProof="0" dirty="0">
                <a:ln>
                  <a:noFill/>
                </a:ln>
                <a:solidFill>
                  <a:srgbClr val="8B8DA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How fast you need it vs. how sure you need to be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640580" y="1783080"/>
            <a:ext cx="4069080" cy="1234440"/>
          </a:xfrm>
          <a:prstGeom prst="rect">
            <a:avLst/>
          </a:prstGeom>
          <a:solidFill>
            <a:srgbClr val="1E1E2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4777740" y="192024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E8E8EC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OPENNESS</a:t>
            </a: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D4A843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 xml:space="preserve">  vs  </a:t>
            </a: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E8E8EC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SECURITY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4869180" y="2468880"/>
            <a:ext cx="36118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1" u="none" strike="noStrike" kern="1200" cap="none" spc="0" normalizeH="0" baseline="0" noProof="0" dirty="0">
                <a:ln>
                  <a:noFill/>
                </a:ln>
                <a:solidFill>
                  <a:srgbClr val="8B8DA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What lets allies in also lets adversaries in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34340" y="3154680"/>
            <a:ext cx="4069080" cy="1234440"/>
          </a:xfrm>
          <a:prstGeom prst="rect">
            <a:avLst/>
          </a:prstGeom>
          <a:solidFill>
            <a:srgbClr val="1E1E2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71500" y="329184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E8E8EC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DOCUMENTATION</a:t>
            </a: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D4A843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 xml:space="preserve">  vs  </a:t>
            </a: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E8E8EC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DANGER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62940" y="3840480"/>
            <a:ext cx="36118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1" u="none" strike="noStrike" kern="1200" cap="none" spc="0" normalizeH="0" baseline="0" noProof="0" dirty="0">
                <a:ln>
                  <a:noFill/>
                </a:ln>
                <a:solidFill>
                  <a:srgbClr val="8B8DA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Every recorded abuse potentially identifies a victim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640580" y="3154680"/>
            <a:ext cx="4069080" cy="1234440"/>
          </a:xfrm>
          <a:prstGeom prst="rect">
            <a:avLst/>
          </a:prstGeom>
          <a:solidFill>
            <a:srgbClr val="1E1E2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777740" y="329184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E8E8EC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DISTRIBUTION</a:t>
            </a: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D4A843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 xml:space="preserve">  vs  </a:t>
            </a: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E8E8EC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GOVERNANCE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869180" y="3840480"/>
            <a:ext cx="36118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1" u="none" strike="noStrike" kern="1200" cap="none" spc="0" normalizeH="0" baseline="0" noProof="0" dirty="0">
                <a:ln>
                  <a:noFill/>
                </a:ln>
                <a:solidFill>
                  <a:srgbClr val="8B8DA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Resilience to censorship costs you central control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1" u="none" strike="noStrike" kern="1200" cap="none" spc="0" normalizeH="0" baseline="0" noProof="0" dirty="0">
                <a:ln>
                  <a:noFill/>
                </a:ln>
                <a:solidFill>
                  <a:srgbClr val="D4A843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These constraints are yours to set. That's the job.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8229600" y="484632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8B8DA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15 / 18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212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8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18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8E8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Take It With You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822960"/>
            <a:ext cx="1371600" cy="27432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you'll find: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1554480"/>
            <a:ext cx="5029200" cy="320040"/>
          </a:xfrm>
          <a:prstGeom prst="rect">
            <a:avLst/>
          </a:prstGeom>
          <a:solidFill>
            <a:srgbClr val="1E1E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400" y="155448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Presentation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1938528"/>
            <a:ext cx="5029200" cy="320040"/>
          </a:xfrm>
          <a:prstGeom prst="rect">
            <a:avLst/>
          </a:prstGeom>
          <a:solidFill>
            <a:srgbClr val="1E1E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14400" y="1938528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checklist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2322576"/>
            <a:ext cx="5029200" cy="320040"/>
          </a:xfrm>
          <a:prstGeom prst="rect">
            <a:avLst/>
          </a:prstGeom>
          <a:solidFill>
            <a:srgbClr val="1E1E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14400" y="2322576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list of open-source repos and tools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2706624"/>
            <a:ext cx="5029200" cy="320040"/>
          </a:xfrm>
          <a:prstGeom prst="rect">
            <a:avLst/>
          </a:prstGeom>
          <a:solidFill>
            <a:srgbClr val="1E1E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14400" y="2706624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and organizations to follow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1520" y="3090672"/>
            <a:ext cx="5029200" cy="320040"/>
          </a:xfrm>
          <a:prstGeom prst="rect">
            <a:avLst/>
          </a:prstGeom>
          <a:solidFill>
            <a:srgbClr val="1E1E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14400" y="3090672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 reading list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31520" y="3474720"/>
            <a:ext cx="5029200" cy="320040"/>
          </a:xfrm>
          <a:prstGeom prst="rect">
            <a:avLst/>
          </a:prstGeom>
          <a:solidFill>
            <a:srgbClr val="1E1E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14400" y="347472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references on verification &amp; bias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17920" y="1097280"/>
            <a:ext cx="2286000" cy="2286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217920" y="1097280"/>
            <a:ext cx="2286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1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[QR CODE]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217920" y="34747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8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for resources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31520" y="3931920"/>
            <a:ext cx="7680960" cy="914400"/>
          </a:xfrm>
          <a:prstGeom prst="rect">
            <a:avLst/>
          </a:prstGeom>
          <a:solidFill>
            <a:srgbClr val="1E1E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914400" y="393192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Remember: </a:t>
            </a:r>
            <a:r>
              <a:rPr lang="en-US" sz="1200" dirty="0">
                <a:solidFill>
                  <a:srgbClr val="E8E8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Crowd-sourced civic data has contributed to ICC proceedings, criminal convictions in Germany, Sweden, Finland, and the Netherlands, and international sanctions regimes. The Berkeley Protocol establishes that digital open-source evidence meets courtroom standards. This work has real consequences.</a:t>
            </a:r>
            <a:endParaRPr lang="en-US" sz="1300" dirty="0"/>
          </a:p>
        </p:txBody>
      </p:sp>
      <p:pic>
        <p:nvPicPr>
          <p:cNvPr id="1026" name="Picture 2" descr="QR Code Image">
            <a:extLst>
              <a:ext uri="{FF2B5EF4-FFF2-40B4-BE49-F238E27FC236}">
                <a16:creationId xmlns:a16="http://schemas.microsoft.com/office/drawing/2014/main" id="{89C6D522-9CCC-EEB6-6125-3497908B0C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7920" y="1097280"/>
            <a:ext cx="2286000" cy="228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212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76809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i="1" dirty="0">
                <a:solidFill>
                  <a:srgbClr val="F0C7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"I have friends everywhere."</a:t>
            </a:r>
            <a:endParaRPr lang="en-US" sz="4400" dirty="0"/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A6E1CCCE-A1D5-77EC-FF47-A00730C81D99}"/>
              </a:ext>
            </a:extLst>
          </p:cNvPr>
          <p:cNvSpPr/>
          <p:nvPr/>
        </p:nvSpPr>
        <p:spPr>
          <a:xfrm>
            <a:off x="731520" y="329184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600" b="1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Perhaps with crowd sourced data, you can too.</a:t>
            </a:r>
            <a:endParaRPr lang="en-US" sz="1600" b="1" dirty="0">
              <a:solidFill>
                <a:schemeClr val="bg1"/>
              </a:solidFill>
            </a:endParaRPr>
          </a:p>
        </p:txBody>
      </p:sp>
      <p:sp>
        <p:nvSpPr>
          <p:cNvPr id="7" name="Shape 3">
            <a:extLst>
              <a:ext uri="{FF2B5EF4-FFF2-40B4-BE49-F238E27FC236}">
                <a16:creationId xmlns:a16="http://schemas.microsoft.com/office/drawing/2014/main" id="{8C04F11D-C07C-49C3-A584-CDF352AA2DE0}"/>
              </a:ext>
            </a:extLst>
          </p:cNvPr>
          <p:cNvSpPr/>
          <p:nvPr/>
        </p:nvSpPr>
        <p:spPr>
          <a:xfrm>
            <a:off x="3657600" y="4114800"/>
            <a:ext cx="1828800" cy="18288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A4DD42B8-2322-B2AD-8366-219D8E7AC694}"/>
              </a:ext>
            </a:extLst>
          </p:cNvPr>
          <p:cNvSpPr/>
          <p:nvPr/>
        </p:nvSpPr>
        <p:spPr>
          <a:xfrm>
            <a:off x="2743200" y="4251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8B8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2860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97280" y="1828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E8E8EC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Sources &amp; Citations (1/2)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1"/>
          <p:cNvSpPr/>
          <p:nvPr/>
        </p:nvSpPr>
        <p:spPr>
          <a:xfrm>
            <a:off x="548640" y="731520"/>
            <a:ext cx="1097280" cy="22860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548640" y="9144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D4A84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Standards &amp; Protocols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3"/>
          <p:cNvSpPr/>
          <p:nvPr/>
        </p:nvSpPr>
        <p:spPr>
          <a:xfrm>
            <a:off x="731520" y="123444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E8E8E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Berkeley Protocol on Digital Open Source Investigations (2020)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4">
            <a:hlinkClick r:id="rId4"/>
          </p:cNvPr>
          <p:cNvSpPr/>
          <p:nvPr/>
        </p:nvSpPr>
        <p:spPr>
          <a:xfrm>
            <a:off x="5760720" y="1234440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sng" strike="noStrike" kern="1200" cap="none" spc="0" normalizeH="0" baseline="0" noProof="0" dirty="0">
                <a:ln>
                  <a:noFill/>
                </a:ln>
                <a:solidFill>
                  <a:srgbClr val="3AAFA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ohchr.org/...berkeley-protocol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5"/>
          <p:cNvSpPr/>
          <p:nvPr/>
        </p:nvSpPr>
        <p:spPr>
          <a:xfrm>
            <a:off x="731520" y="1527048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E8E8E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CARE Principles for Indigenous Data Governance (Carroll et al., 2020)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6">
            <a:hlinkClick r:id="rId5"/>
          </p:cNvPr>
          <p:cNvSpPr/>
          <p:nvPr/>
        </p:nvSpPr>
        <p:spPr>
          <a:xfrm>
            <a:off x="5760720" y="1527048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sng" strike="noStrike" kern="1200" cap="none" spc="0" normalizeH="0" baseline="0" noProof="0" dirty="0">
                <a:ln>
                  <a:noFill/>
                </a:ln>
                <a:solidFill>
                  <a:srgbClr val="3AAFA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datascience.codata.org/articles/dsj-2020-043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7"/>
          <p:cNvSpPr/>
          <p:nvPr/>
        </p:nvSpPr>
        <p:spPr>
          <a:xfrm>
            <a:off x="731520" y="1819656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E8E8E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ICRC: The Mosaic Effect - Revelation Risks of Combining Data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8">
            <a:hlinkClick r:id="rId6"/>
          </p:cNvPr>
          <p:cNvSpPr/>
          <p:nvPr/>
        </p:nvSpPr>
        <p:spPr>
          <a:xfrm>
            <a:off x="5760720" y="1819656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sng" strike="noStrike" kern="1200" cap="none" spc="0" normalizeH="0" baseline="0" noProof="0" dirty="0">
                <a:ln>
                  <a:noFill/>
                </a:ln>
                <a:solidFill>
                  <a:srgbClr val="3AAFA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blogs.icrc.org/.../mosaic-effect-revelation-risks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9"/>
          <p:cNvSpPr/>
          <p:nvPr/>
        </p:nvSpPr>
        <p:spPr>
          <a:xfrm>
            <a:off x="548640" y="2249424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D4A84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Key Case Studies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731520" y="2569464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E8E8E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Ushahidi: From Crisis Mapping Kenya to Mapping the Globe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1">
            <a:hlinkClick r:id="rId7"/>
          </p:cNvPr>
          <p:cNvSpPr/>
          <p:nvPr/>
        </p:nvSpPr>
        <p:spPr>
          <a:xfrm>
            <a:off x="5760720" y="2569464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sng" strike="noStrike" kern="1200" cap="none" spc="0" normalizeH="0" baseline="0" noProof="0" dirty="0">
                <a:ln>
                  <a:noFill/>
                </a:ln>
                <a:solidFill>
                  <a:srgbClr val="3AAFA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tavaana.org/.../ushahidi-crisis-mapping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731520" y="2862072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E8E8E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Bellingcat: OSINT and War Crime Accountability in Ukraine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3">
            <a:hlinkClick r:id="rId8"/>
          </p:cNvPr>
          <p:cNvSpPr/>
          <p:nvPr/>
        </p:nvSpPr>
        <p:spPr>
          <a:xfrm>
            <a:off x="5760720" y="2862072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sng" strike="noStrike" kern="1200" cap="none" spc="0" normalizeH="0" baseline="0" noProof="0" dirty="0">
                <a:ln>
                  <a:noFill/>
                </a:ln>
                <a:solidFill>
                  <a:srgbClr val="3AAFA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rusi.org/.../osint-war-crime-accountability-ukraine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731520" y="315468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E8E8E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HRW: Social Media Platforms Remove Evidence of War Crimes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5">
            <a:hlinkClick r:id="rId9"/>
          </p:cNvPr>
          <p:cNvSpPr/>
          <p:nvPr/>
        </p:nvSpPr>
        <p:spPr>
          <a:xfrm>
            <a:off x="5760720" y="3154680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sng" strike="noStrike" kern="1200" cap="none" spc="0" normalizeH="0" baseline="0" noProof="0" dirty="0">
                <a:ln>
                  <a:noFill/>
                </a:ln>
                <a:solidFill>
                  <a:srgbClr val="3AAFA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hrw.org/.../video-unavailable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731520" y="3447288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E8E8E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Syrian Archive / Mnemonic: Digital Evidence Preservation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7">
            <a:hlinkClick r:id="rId10"/>
          </p:cNvPr>
          <p:cNvSpPr/>
          <p:nvPr/>
        </p:nvSpPr>
        <p:spPr>
          <a:xfrm>
            <a:off x="5760720" y="3447288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sng" strike="noStrike" kern="1200" cap="none" spc="0" normalizeH="0" baseline="0" noProof="0" dirty="0">
                <a:ln>
                  <a:noFill/>
                </a:ln>
                <a:solidFill>
                  <a:srgbClr val="3AAFA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mnemonic.org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731520" y="3739896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E8E8E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Safecast: Citizen Radiation Monitoring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19">
            <a:hlinkClick r:id="rId11"/>
          </p:cNvPr>
          <p:cNvSpPr/>
          <p:nvPr/>
        </p:nvSpPr>
        <p:spPr>
          <a:xfrm>
            <a:off x="5760720" y="3739896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sng" strike="noStrike" kern="1200" cap="none" spc="0" normalizeH="0" baseline="0" noProof="0" dirty="0">
                <a:ln>
                  <a:noFill/>
                </a:ln>
                <a:solidFill>
                  <a:srgbClr val="3AAFA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safecast.org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8542245E-B30D-0D03-4202-BFA7D14FC736}"/>
              </a:ext>
            </a:extLst>
          </p:cNvPr>
          <p:cNvSpPr/>
          <p:nvPr/>
        </p:nvSpPr>
        <p:spPr>
          <a:xfrm>
            <a:off x="731520" y="4229100"/>
            <a:ext cx="7525789" cy="525780"/>
          </a:xfrm>
          <a:prstGeom prst="rect">
            <a:avLst/>
          </a:prstGeom>
          <a:solidFill>
            <a:srgbClr val="1E1E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128D2076-E347-74F5-7979-999920171BA4}"/>
              </a:ext>
            </a:extLst>
          </p:cNvPr>
          <p:cNvSpPr/>
          <p:nvPr/>
        </p:nvSpPr>
        <p:spPr>
          <a:xfrm>
            <a:off x="731520" y="411480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8B8DA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sources referenced in this talk: Sweeney (2000) on re-identification; Freedom House Freedom on the Net reports; Strava heatmap investigations (Le Monde, 2025); Fang et al. &amp; Miao et al. on adversarial crowdsourcing; Wiggins et al. (2011) on citizen science validation; COINTELPRO documentation; Hargittai (2020) on big data bias. Full bibliography in the downloadable resource guide.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CEF0C2F0-52A5-9D77-0FE8-0AD77317AB3D}"/>
              </a:ext>
            </a:extLst>
          </p:cNvPr>
          <p:cNvSpPr/>
          <p:nvPr/>
        </p:nvSpPr>
        <p:spPr>
          <a:xfrm>
            <a:off x="548640" y="4848398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1" u="none" strike="noStrike" kern="1200" cap="none" spc="0" normalizeH="0" baseline="0" noProof="0" dirty="0">
                <a:ln>
                  <a:noFill/>
                </a:ln>
                <a:solidFill>
                  <a:srgbClr val="8B8DA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All URLs verified April 2026. Full resource guide with additional links available via QR code.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2860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97280" y="1828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E8E8EC"/>
                </a:solidFill>
                <a:effectLst/>
                <a:uLnTx/>
                <a:uFillTx/>
                <a:latin typeface="Georgia" pitchFamily="34" charset="0"/>
                <a:ea typeface="Georgia" pitchFamily="34" charset="-122"/>
                <a:cs typeface="Georgia" pitchFamily="34" charset="-120"/>
              </a:rPr>
              <a:t>Sources &amp; Citations (2/2)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1"/>
          <p:cNvSpPr/>
          <p:nvPr/>
        </p:nvSpPr>
        <p:spPr>
          <a:xfrm>
            <a:off x="548640" y="731520"/>
            <a:ext cx="1097280" cy="22860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548640" y="9144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D4A84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Academic Research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3"/>
          <p:cNvSpPr/>
          <p:nvPr/>
        </p:nvSpPr>
        <p:spPr>
          <a:xfrm>
            <a:off x="731520" y="123444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E8E8E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Starbird et al.: Misinformation in Crisis (UW)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4">
            <a:hlinkClick r:id="rId4"/>
          </p:cNvPr>
          <p:cNvSpPr/>
          <p:nvPr/>
        </p:nvSpPr>
        <p:spPr>
          <a:xfrm>
            <a:off x="5760720" y="1234440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sng" strike="noStrike" kern="1200" cap="none" spc="0" normalizeH="0" baseline="0" noProof="0" dirty="0">
                <a:ln>
                  <a:noFill/>
                </a:ln>
                <a:solidFill>
                  <a:srgbClr val="3AAFA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medium.com/@katestarbird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5"/>
          <p:cNvSpPr/>
          <p:nvPr/>
        </p:nvSpPr>
        <p:spPr>
          <a:xfrm>
            <a:off x="731520" y="1527048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E8E8E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Crowdsourcing Under Data Poisoning Attacks (Springer)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6">
            <a:hlinkClick r:id="rId5"/>
          </p:cNvPr>
          <p:cNvSpPr/>
          <p:nvPr/>
        </p:nvSpPr>
        <p:spPr>
          <a:xfrm>
            <a:off x="5760720" y="1527048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sng" strike="noStrike" kern="1200" cap="none" spc="0" normalizeH="0" baseline="0" noProof="0" dirty="0">
                <a:ln>
                  <a:noFill/>
                </a:ln>
                <a:solidFill>
                  <a:srgbClr val="3AAFA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link.springer.com/.../978-3-030-49669-2_18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7"/>
          <p:cNvSpPr/>
          <p:nvPr/>
        </p:nvSpPr>
        <p:spPr>
          <a:xfrm>
            <a:off x="731520" y="1819656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E8E8E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Spatial Biases in Crowdsourced Data (ScienceDirect)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8">
            <a:hlinkClick r:id="rId6"/>
          </p:cNvPr>
          <p:cNvSpPr/>
          <p:nvPr/>
        </p:nvSpPr>
        <p:spPr>
          <a:xfrm>
            <a:off x="5760720" y="1819656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sng" strike="noStrike" kern="1200" cap="none" spc="0" normalizeH="0" baseline="0" noProof="0" dirty="0">
                <a:ln>
                  <a:noFill/>
                </a:ln>
                <a:solidFill>
                  <a:srgbClr val="3AAFA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sciencedirect.com/.../S0198971520302477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9"/>
          <p:cNvSpPr/>
          <p:nvPr/>
        </p:nvSpPr>
        <p:spPr>
          <a:xfrm>
            <a:off x="731520" y="2112264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E8E8E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Collective InfoSec in Hong Kong Protests (USENIX)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0">
            <a:hlinkClick r:id="rId7"/>
          </p:cNvPr>
          <p:cNvSpPr/>
          <p:nvPr/>
        </p:nvSpPr>
        <p:spPr>
          <a:xfrm>
            <a:off x="5760720" y="2112264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sng" strike="noStrike" kern="1200" cap="none" spc="0" normalizeH="0" baseline="0" noProof="0" dirty="0">
                <a:ln>
                  <a:noFill/>
                </a:ln>
                <a:solidFill>
                  <a:srgbClr val="3AAFA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usenix.org/.../albrecht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548640" y="2542032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D4A84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Resources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731520" y="2862072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E8E8E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Bellingcat Online Investigation Toolkit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3">
            <a:hlinkClick r:id="rId8"/>
          </p:cNvPr>
          <p:cNvSpPr/>
          <p:nvPr/>
        </p:nvSpPr>
        <p:spPr>
          <a:xfrm>
            <a:off x="5760720" y="2862072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sng" strike="noStrike" kern="1200" cap="none" spc="0" normalizeH="0" baseline="0" noProof="0" dirty="0">
                <a:ln>
                  <a:noFill/>
                </a:ln>
                <a:solidFill>
                  <a:srgbClr val="3AAFA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bellingcat.gitbook.io/toolkit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731520" y="315468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E8E8E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awesome-osint: Curated OSINT Tools List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5">
            <a:hlinkClick r:id="rId9"/>
          </p:cNvPr>
          <p:cNvSpPr/>
          <p:nvPr/>
        </p:nvSpPr>
        <p:spPr>
          <a:xfrm>
            <a:off x="5760720" y="3154680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sng" strike="noStrike" kern="1200" cap="none" spc="0" normalizeH="0" baseline="0" noProof="0" dirty="0">
                <a:ln>
                  <a:noFill/>
                </a:ln>
                <a:solidFill>
                  <a:srgbClr val="3AAFA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github.com/jivoi/awesome-osint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731520" y="3447288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E8E8E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Ushahidi Platform (GitHub)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7">
            <a:hlinkClick r:id="rId10"/>
          </p:cNvPr>
          <p:cNvSpPr/>
          <p:nvPr/>
        </p:nvSpPr>
        <p:spPr>
          <a:xfrm>
            <a:off x="5760720" y="3447288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sng" strike="noStrike" kern="1200" cap="none" spc="0" normalizeH="0" baseline="0" noProof="0" dirty="0">
                <a:ln>
                  <a:noFill/>
                </a:ln>
                <a:solidFill>
                  <a:srgbClr val="3AAFA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github.com/ushahidi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731520" y="3739896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E8E8E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SecureDrop: Whistleblower Submission System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19">
            <a:hlinkClick r:id="rId11"/>
          </p:cNvPr>
          <p:cNvSpPr/>
          <p:nvPr/>
        </p:nvSpPr>
        <p:spPr>
          <a:xfrm>
            <a:off x="5760720" y="3739896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sng" strike="noStrike" kern="1200" cap="none" spc="0" normalizeH="0" baseline="0" noProof="0" dirty="0">
                <a:ln>
                  <a:noFill/>
                </a:ln>
                <a:solidFill>
                  <a:srgbClr val="3AAFA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securedrop.org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731520" y="4032504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E8E8E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EFF Surveillance Self-Defense Guide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1">
            <a:hlinkClick r:id="rId12"/>
          </p:cNvPr>
          <p:cNvSpPr/>
          <p:nvPr/>
        </p:nvSpPr>
        <p:spPr>
          <a:xfrm>
            <a:off x="5760720" y="4032504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sng" strike="noStrike" kern="1200" cap="none" spc="0" normalizeH="0" baseline="0" noProof="0" dirty="0">
                <a:ln>
                  <a:noFill/>
                </a:ln>
                <a:solidFill>
                  <a:srgbClr val="3AAFA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  <a:hlinkClick r:id="rId1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ssd.eff.org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548640" y="4848398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1" u="none" strike="noStrike" kern="1200" cap="none" spc="0" normalizeH="0" baseline="0" noProof="0" dirty="0">
                <a:ln>
                  <a:noFill/>
                </a:ln>
                <a:solidFill>
                  <a:srgbClr val="8B8DA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All URLs verified April 2026. Full resource guide with additional links available via QR code.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1278</TotalTime>
  <Words>2164</Words>
  <Application>Microsoft Office PowerPoint</Application>
  <PresentationFormat>On-screen Show (16:9)</PresentationFormat>
  <Paragraphs>312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Aptos</vt:lpstr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Crowd-Sourced Truth</dc:title>
  <dc:subject>PptxGenJS Presentation</dc:subject>
  <dc:creator>John Googin</dc:creator>
  <cp:lastModifiedBy>John Hogue</cp:lastModifiedBy>
  <cp:revision>6</cp:revision>
  <cp:lastPrinted>2026-04-15T01:23:36Z</cp:lastPrinted>
  <dcterms:created xsi:type="dcterms:W3CDTF">2026-04-14T19:50:02Z</dcterms:created>
  <dcterms:modified xsi:type="dcterms:W3CDTF">2026-05-11T18:03:34Z</dcterms:modified>
</cp:coreProperties>
</file>